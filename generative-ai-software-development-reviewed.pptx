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06a204406f54827" /><Relationship Type="http://schemas.openxmlformats.org/officeDocument/2006/relationships/extended-properties" Target="/docProps/app.xml" Id="R83470787b5134e9a" /><Relationship Type="http://schemas.openxmlformats.org/officeDocument/2006/relationships/officeDocument" Target="/ppt/presentation.xml" Id="R3f7b537a5f734959" /></Relationships>
</file>

<file path=ppt/presentation.xml><?xml version="1.0" encoding="utf-8"?>
<p:presentation xmlns:p="http://schemas.openxmlformats.org/presentationml/2006/main">
  <p:sldMasterIdLst>
    <p:sldMasterId xmlns:r="http://schemas.openxmlformats.org/officeDocument/2006/relationships" id="2147483648" r:id="R8133f8ef412440d5"/>
  </p:sldMasterIdLst>
  <p:notesMasterIdLst>
    <p:notesMasterId xmlns:r="http://schemas.openxmlformats.org/officeDocument/2006/relationships" r:id="R7d466e25328f4821"/>
  </p:notesMasterIdLst>
  <p:sldIdLst>
    <p:sldId xmlns:r="http://schemas.openxmlformats.org/officeDocument/2006/relationships" id="256" r:id="Rdecfa0b31c994988"/>
    <p:sldId xmlns:r="http://schemas.openxmlformats.org/officeDocument/2006/relationships" id="257" r:id="Raee26908186d4a66"/>
    <p:sldId xmlns:r="http://schemas.openxmlformats.org/officeDocument/2006/relationships" id="258" r:id="Re4df1bd77c2b4f46"/>
    <p:sldId xmlns:r="http://schemas.openxmlformats.org/officeDocument/2006/relationships" id="259" r:id="R14eedcaf1e4f464d"/>
    <p:sldId xmlns:r="http://schemas.openxmlformats.org/officeDocument/2006/relationships" id="260" r:id="R91d33cf14be544e1"/>
    <p:sldId xmlns:r="http://schemas.openxmlformats.org/officeDocument/2006/relationships" id="261" r:id="R341a7a084e994e4a"/>
    <p:sldId xmlns:r="http://schemas.openxmlformats.org/officeDocument/2006/relationships" id="262" r:id="R0c8c624541e745f3"/>
    <p:sldId xmlns:r="http://schemas.openxmlformats.org/officeDocument/2006/relationships" id="263" r:id="Rbe16d20aed1f4eb5"/>
    <p:sldId xmlns:r="http://schemas.openxmlformats.org/officeDocument/2006/relationships" id="264" r:id="R227ee831f9c94a07"/>
    <p:sldId xmlns:r="http://schemas.openxmlformats.org/officeDocument/2006/relationships" id="265" r:id="Rd6d822637ae54cd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f5744b6a7e147f7" /><Relationship Type="http://schemas.openxmlformats.org/officeDocument/2006/relationships/slideMaster" Target="/ppt/slideMasters/slideMaster1.xml" Id="R8133f8ef412440d5" /><Relationship Type="http://schemas.openxmlformats.org/officeDocument/2006/relationships/notesMaster" Target="/ppt/notesMasters/notesMaster1.xml" Id="R7d466e25328f4821" /><Relationship Type="http://schemas.openxmlformats.org/officeDocument/2006/relationships/presProps" Target="/ppt/presProps.xml" Id="Rc812510135324dd5" /><Relationship Type="http://schemas.openxmlformats.org/officeDocument/2006/relationships/tableStyles" Target="/ppt/tableStyles.xml" Id="Rce2ba7fcd0a34ee6" /><Relationship Type="http://schemas.openxmlformats.org/officeDocument/2006/relationships/slide" Target="/ppt/slides/slide1.xml" Id="Rdecfa0b31c994988" /><Relationship Type="http://schemas.openxmlformats.org/officeDocument/2006/relationships/slide" Target="/ppt/slides/slide2.xml" Id="Raee26908186d4a66" /><Relationship Type="http://schemas.openxmlformats.org/officeDocument/2006/relationships/slide" Target="/ppt/slides/slide3.xml" Id="Re4df1bd77c2b4f46" /><Relationship Type="http://schemas.openxmlformats.org/officeDocument/2006/relationships/slide" Target="/ppt/slides/slide4.xml" Id="R14eedcaf1e4f464d" /><Relationship Type="http://schemas.openxmlformats.org/officeDocument/2006/relationships/slide" Target="/ppt/slides/slide5.xml" Id="R91d33cf14be544e1" /><Relationship Type="http://schemas.openxmlformats.org/officeDocument/2006/relationships/slide" Target="/ppt/slides/slide6.xml" Id="R341a7a084e994e4a" /><Relationship Type="http://schemas.openxmlformats.org/officeDocument/2006/relationships/slide" Target="/ppt/slides/slide7.xml" Id="R0c8c624541e745f3" /><Relationship Type="http://schemas.openxmlformats.org/officeDocument/2006/relationships/slide" Target="/ppt/slides/slide8.xml" Id="Rbe16d20aed1f4eb5" /><Relationship Type="http://schemas.openxmlformats.org/officeDocument/2006/relationships/slide" Target="/ppt/slides/slide9.xml" Id="R227ee831f9c94a07" /><Relationship Type="http://schemas.openxmlformats.org/officeDocument/2006/relationships/slide" Target="/ppt/slides/slide10.xml" Id="Rd6d822637ae54cd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8eab92fcac44a5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b810f0ff91547db" /><Relationship Type="http://schemas.openxmlformats.org/officeDocument/2006/relationships/notesMaster" Target="/ppt/notesMasters/notesMaster1.xml" Id="Rc94ab3927ac6423a" /></Relationships>
</file>

<file path=ppt/notesSlides/_rels/notesSlide2.xml.rels>&#65279;<?xml version="1.0" encoding="utf-8"?><Relationships xmlns="http://schemas.openxmlformats.org/package/2006/relationships"><Relationship Type="http://schemas.openxmlformats.org/officeDocument/2006/relationships/slide" Target="/ppt/slides/slide2.xml" Id="R7d38535b5f0f4b37" /><Relationship Type="http://schemas.openxmlformats.org/officeDocument/2006/relationships/notesMaster" Target="/ppt/notesMasters/notesMaster1.xml" Id="R1e831fa4db694566" /></Relationships>
</file>

<file path=ppt/notesSlides/_rels/notesSlide3.xml.rels>&#65279;<?xml version="1.0" encoding="utf-8"?><Relationships xmlns="http://schemas.openxmlformats.org/package/2006/relationships"><Relationship Type="http://schemas.openxmlformats.org/officeDocument/2006/relationships/slide" Target="/ppt/slides/slide3.xml" Id="R3240c96ae1b04e21" /><Relationship Type="http://schemas.openxmlformats.org/officeDocument/2006/relationships/notesMaster" Target="/ppt/notesMasters/notesMaster1.xml" Id="Rccac59f8392149b8" /></Relationships>
</file>

<file path=ppt/notesSlides/_rels/notesSlide4.xml.rels>&#65279;<?xml version="1.0" encoding="utf-8"?><Relationships xmlns="http://schemas.openxmlformats.org/package/2006/relationships"><Relationship Type="http://schemas.openxmlformats.org/officeDocument/2006/relationships/slide" Target="/ppt/slides/slide4.xml" Id="R71e83dcb41da440c" /><Relationship Type="http://schemas.openxmlformats.org/officeDocument/2006/relationships/notesMaster" Target="/ppt/notesMasters/notesMaster1.xml" Id="R615b703b1e5c493c" /></Relationships>
</file>

<file path=ppt/notesSlides/_rels/notesSlide5.xml.rels>&#65279;<?xml version="1.0" encoding="utf-8"?><Relationships xmlns="http://schemas.openxmlformats.org/package/2006/relationships"><Relationship Type="http://schemas.openxmlformats.org/officeDocument/2006/relationships/slide" Target="/ppt/slides/slide5.xml" Id="R07a6d1007107448a" /><Relationship Type="http://schemas.openxmlformats.org/officeDocument/2006/relationships/notesMaster" Target="/ppt/notesMasters/notesMaster1.xml" Id="Rd5321d0663bf46bf" /></Relationships>
</file>

<file path=ppt/notesSlides/_rels/notesSlide6.xml.rels>&#65279;<?xml version="1.0" encoding="utf-8"?><Relationships xmlns="http://schemas.openxmlformats.org/package/2006/relationships"><Relationship Type="http://schemas.openxmlformats.org/officeDocument/2006/relationships/slide" Target="/ppt/slides/slide6.xml" Id="Rb81419b9b2af4d66" /><Relationship Type="http://schemas.openxmlformats.org/officeDocument/2006/relationships/notesMaster" Target="/ppt/notesMasters/notesMaster1.xml" Id="Rf51b2d677c11453f" /></Relationships>
</file>

<file path=ppt/notesSlides/_rels/notesSlide7.xml.rels>&#65279;<?xml version="1.0" encoding="utf-8"?><Relationships xmlns="http://schemas.openxmlformats.org/package/2006/relationships"><Relationship Type="http://schemas.openxmlformats.org/officeDocument/2006/relationships/slide" Target="/ppt/slides/slide7.xml" Id="Ra58cba33ef0b483f" /><Relationship Type="http://schemas.openxmlformats.org/officeDocument/2006/relationships/notesMaster" Target="/ppt/notesMasters/notesMaster1.xml" Id="R22a3d0210ca24f47" /></Relationships>
</file>

<file path=ppt/notesSlides/_rels/notesSlide8.xml.rels>&#65279;<?xml version="1.0" encoding="utf-8"?><Relationships xmlns="http://schemas.openxmlformats.org/package/2006/relationships"><Relationship Type="http://schemas.openxmlformats.org/officeDocument/2006/relationships/slide" Target="/ppt/slides/slide8.xml" Id="Rfe45758b9be7487c" /><Relationship Type="http://schemas.openxmlformats.org/officeDocument/2006/relationships/notesMaster" Target="/ppt/notesMasters/notesMaster1.xml" Id="Rd4b26d7a9e6b475a" /></Relationships>
</file>

<file path=ppt/notesSlides/_rels/notesSlide9.xml.rels>&#65279;<?xml version="1.0" encoding="utf-8"?><Relationships xmlns="http://schemas.openxmlformats.org/package/2006/relationships"><Relationship Type="http://schemas.openxmlformats.org/officeDocument/2006/relationships/slide" Target="/ppt/slides/slide9.xml" Id="R704713ab1827404e" /><Relationship Type="http://schemas.openxmlformats.org/officeDocument/2006/relationships/notesMaster" Target="/ppt/notesMasters/notesMaster1.xml" Id="Rc7e5959e8c27440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6822b65ba8d4f4a" /><Relationship Type="http://schemas.openxmlformats.org/officeDocument/2006/relationships/notesMaster" Target="/ppt/notesMasters/notesMaster1.xml" Id="R5093ba7313dc4e7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introduce Generative AI in Software Development and set expectations for the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By the end, participants should be able to: Explain the main concepts behind Generative AI in Software Development. Identify practical applications and the conditions that make them useful. Assess limitations and choose responsible next steps.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topic in the context of everyday software work. Ask learners where they already encounter AI-assisted tools. Explain that the presentation focuses on practical uses and sound controls rather than predictions.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a model as a system that generates likely continuations based on learned patterns. Emphasize that fluent output is not proof of correctness. Keep the explanation accessible and avoid implying that all AI systems work identically.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common assistant workflows. Distinguish model-only suggestions from retrieval workflows that consult external documents. Frame each use as assistance that needs an appropriate review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a short human-led loop: specify, generate, inspect, and validate. A narrow task is easier to review than a request to build an entire feature. Include tests and security checks as part of normal engineering practice.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benefits as possible outcomes, not guaranteed productivity gains. Explain that output should be judged against requirements and the existing codebase. Avoid relying on unsupported general performance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NIST’s Generative AI Profile recommends risk management practices, including attention to governance and human review. The level of oversight should fit the use case. Link the controls to organizational policy and applicable law. Sources: NIST AI RMF, https://www.nist.gov/itl/ai-risk-management-framework ; NIST Generative AI Profile, https://nvlpubs.nist.gov/nistpubs/ai/NIST.AI.600-1.pdf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 a limited pilot with a defined task and baseline. Evaluate output quality and review effort, not only speed. Use the results to adjust guidance before broader adoption.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Recap the three practical principles: bounded work, independent verification, and accountable use. Invite learners to name one suitable pilot task and the review it would require. Sources: NIST AI Risk Management Framework, https://www.nist.gov/itl/ai-risk-management-framework ; NIST Generative AI Profile, https://nvlpubs.nist.gov/nistpubs/ai/NIST.AI.600-1.pdf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664ac8ab8e6441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73a64dc5e4644b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5146559bad94c2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1835d7e6ed840b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a5e29d7aedb493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288253b1dd44a8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24984B2-DE23-49A6-A1D7-E14719FC77F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701ADC2-069B-491A-B276-DF4BB2659F2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2D51EC6-B7F8-44F8-9754-3548724D9EA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AD1ADCC-5089-4856-8525-A76606B90D9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96BAEA0-94E9-4CBD-89E9-414A06AB921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AC6B5E4-4D41-4EE7-88E5-342A4B80E8C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77AC4DC-FBD5-478F-B8C2-4104645EA1A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8A5A745-A333-4DB9-90F3-DE1CAC90593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EC77299-7D4C-47D1-BC8E-167B7841C4F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3826851-689B-466E-9B53-CA3D907D289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ef70d7db08841a9" /><Relationship Type="http://schemas.openxmlformats.org/officeDocument/2006/relationships/slideLayout" Target="/ppt/slideLayouts/slideLayout1.xml" Id="R9acfd306c3a64e45" /><Relationship Type="http://schemas.openxmlformats.org/officeDocument/2006/relationships/slideLayout" Target="/ppt/slideLayouts/slideLayout2.xml" Id="R201a18fdab5c4e82" /><Relationship Type="http://schemas.openxmlformats.org/officeDocument/2006/relationships/slideLayout" Target="/ppt/slideLayouts/slideLayout3.xml" Id="Rcef49eea0f574b2e" /><Relationship Type="http://schemas.openxmlformats.org/officeDocument/2006/relationships/slideLayout" Target="/ppt/slideLayouts/slideLayout4.xml" Id="R9dee0ac278464f68" /><Relationship Type="http://schemas.openxmlformats.org/officeDocument/2006/relationships/slideLayout" Target="/ppt/slideLayouts/slideLayout5.xml" Id="R312ba633ecc64396" /><Relationship Type="http://schemas.openxmlformats.org/officeDocument/2006/relationships/slideLayout" Target="/ppt/slideLayouts/slideLayout6.xml" Id="Rd599d15c0cc8458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acfd306c3a64e45"/>
    <p:sldLayoutId xmlns:r="http://schemas.openxmlformats.org/officeDocument/2006/relationships" id="2147483650" r:id="R201a18fdab5c4e82"/>
    <p:sldLayoutId xmlns:r="http://schemas.openxmlformats.org/officeDocument/2006/relationships" id="2147483651" r:id="Rcef49eea0f574b2e"/>
    <p:sldLayoutId xmlns:r="http://schemas.openxmlformats.org/officeDocument/2006/relationships" id="2147483652" r:id="R9dee0ac278464f68"/>
    <p:sldLayoutId xmlns:r="http://schemas.openxmlformats.org/officeDocument/2006/relationships" id="2147483653" r:id="R312ba633ecc64396"/>
    <p:sldLayoutId xmlns:r="http://schemas.openxmlformats.org/officeDocument/2006/relationships" id="2147483654" r:id="Rd599d15c0cc8458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341ad6810df4aa4" /><Relationship Type="http://schemas.openxmlformats.org/officeDocument/2006/relationships/notesSlide" Target="/ppt/notesSlides/notesSlide1.xml" Id="R8274fb08de814df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e3164c9a0dc4aa8" /><Relationship Type="http://schemas.openxmlformats.org/officeDocument/2006/relationships/notesSlide" Target="/ppt/notesSlides/notesSlide2.xml" Id="Rd81b12b5fad34f2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58a9b0c582c4947" /><Relationship Type="http://schemas.openxmlformats.org/officeDocument/2006/relationships/notesSlide" Target="/ppt/notesSlides/notesSlide3.xml" Id="R9a5d5daf303a43c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63d3fcb18224291" /><Relationship Type="http://schemas.openxmlformats.org/officeDocument/2006/relationships/notesSlide" Target="/ppt/notesSlides/notesSlide4.xml" Id="R063c6ce89282405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f1889deb2544f3b" /><Relationship Type="http://schemas.openxmlformats.org/officeDocument/2006/relationships/notesSlide" Target="/ppt/notesSlides/notesSlide5.xml" Id="Re87d6fa8237641c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dc691dada134ec4" /><Relationship Type="http://schemas.openxmlformats.org/officeDocument/2006/relationships/notesSlide" Target="/ppt/notesSlides/notesSlide6.xml" Id="R0015abcbeb8c481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1388a786d294fd6" /><Relationship Type="http://schemas.openxmlformats.org/officeDocument/2006/relationships/notesSlide" Target="/ppt/notesSlides/notesSlide7.xml" Id="Re8974b6ea565482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7a01889116c4993" /><Relationship Type="http://schemas.openxmlformats.org/officeDocument/2006/relationships/notesSlide" Target="/ppt/notesSlides/notesSlide8.xml" Id="Rfbe609d6bc2e4ce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aba2ac132ad429f" /><Relationship Type="http://schemas.openxmlformats.org/officeDocument/2006/relationships/notesSlide" Target="/ppt/notesSlides/notesSlide9.xml" Id="Rcdd70995d5854a9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113345741214b52" /><Relationship Type="http://schemas.openxmlformats.org/officeDocument/2006/relationships/notesSlide" Target="/ppt/notesSlides/notesSlide10.xml" Id="R97c62b9e0b5d497e" /></Relationships>
</file>

<file path=ppt/slides/slide1.xml><?xml version="1.0" encoding="utf-8"?>
<p:sld xmlns:p="http://schemas.openxmlformats.org/presentationml/2006/main">
  <p:cSld>
    <p:bg>
      <p:bgPr>
        <a:solidFill xmlns:a="http://schemas.openxmlformats.org/drawingml/2006/main">
          <a:srgbClr val="10243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8537A35-4652-4485-8F0B-6208E4C3A61A}"/>
              </a:ext>
            </a:extLst>
          </p:cNvPr>
          <p:cNvSpPr>
            <a:spLocks xmlns:a="http://schemas.openxmlformats.org/drawingml/2006/main" noGrp="1"/>
          </p:cNvSpPr>
          <p:nvPr/>
        </p:nvSpPr>
        <p:spPr>
          <a:xfrm xmlns:a="http://schemas.openxmlformats.org/drawingml/2006/main">
            <a:off x="762000" y="685800"/>
            <a:ext cx="685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125" b="1">
                <a:solidFill>
                  <a:srgbClr val="72E0CA"/>
                </a:solidFill>
              </a:defRPr>
            </a:lvl1pPr>
            <a:lvl2pPr>
              <a:buNone/>
              <a:defRPr sz="1125" b="1">
                <a:solidFill>
                  <a:srgbClr val="72E0CA"/>
                </a:solidFill>
              </a:defRPr>
            </a:lvl2pPr>
            <a:lvl3pPr>
              <a:buNone/>
              <a:defRPr sz="1125" b="1">
                <a:solidFill>
                  <a:srgbClr val="72E0CA"/>
                </a:solidFill>
              </a:defRPr>
            </a:lvl3pPr>
            <a:lvl4pPr>
              <a:buNone/>
              <a:defRPr sz="1125" b="1">
                <a:solidFill>
                  <a:srgbClr val="72E0CA"/>
                </a:solidFill>
              </a:defRPr>
            </a:lvl4pPr>
            <a:lvl5pPr>
              <a:buNone/>
              <a:defRPr sz="1125" b="1">
                <a:solidFill>
                  <a:srgbClr val="72E0CA"/>
                </a:solidFill>
              </a:defRPr>
            </a:lvl5pPr>
            <a:lvl6pPr>
              <a:buNone/>
              <a:defRPr sz="1125" b="1">
                <a:solidFill>
                  <a:srgbClr val="72E0CA"/>
                </a:solidFill>
              </a:defRPr>
            </a:lvl6pPr>
            <a:lvl7pPr>
              <a:buNone/>
              <a:defRPr sz="1125" b="1">
                <a:solidFill>
                  <a:srgbClr val="72E0CA"/>
                </a:solidFill>
              </a:defRPr>
            </a:lvl7pPr>
            <a:lvl8pPr>
              <a:buNone/>
              <a:defRPr sz="1125" b="1">
                <a:solidFill>
                  <a:srgbClr val="72E0CA"/>
                </a:solidFill>
              </a:defRPr>
            </a:lvl8pPr>
            <a:lvl9pPr>
              <a:buNone/>
              <a:defRPr sz="1125" b="1">
                <a:solidFill>
                  <a:srgbClr val="72E0CA"/>
                </a:solidFill>
              </a:defRPr>
            </a:lvl9pPr>
          </a:lstStyle>
          <a:p xmlns:a="http://schemas.openxmlformats.org/drawingml/2006/main">
            <a:pPr>
              <a:buNone/>
              <a:defRPr sz="1125" b="1">
                <a:solidFill>
                  <a:srgbClr val="72E0CA"/>
                </a:solidFill>
              </a:defRPr>
            </a:pPr>
            <a:r>
              <a:rPr sz="1125" b="1">
                <a:solidFill>
                  <a:srgbClr val="72E0CA"/>
                </a:solidFill>
              </a:rPr>
              <a:t>AI PRESENTATION GENERATOR</a:t>
            </a:r>
          </a:p>
        </p:txBody>
      </p:sp>
      <p:sp>
        <p:nvSpPr>
          <p:cNvPr id="2" name="">
            <a:extLst xmlns:a="http://schemas.openxmlformats.org/drawingml/2006/main">
              <a:ext uri="{FF2B5EF4-FFF2-40B4-BE49-F238E27FC236}">
                <a16:creationId xmlns:a16="http://schemas.microsoft.com/office/drawing/2014/main" id="{B32FDC0A-BD85-478A-8786-1B14881601E8}"/>
              </a:ext>
            </a:extLst>
          </p:cNvPr>
          <p:cNvSpPr>
            <a:spLocks xmlns:a="http://schemas.openxmlformats.org/drawingml/2006/main" noGrp="1"/>
          </p:cNvSpPr>
          <p:nvPr/>
        </p:nvSpPr>
        <p:spPr>
          <a:xfrm xmlns:a="http://schemas.openxmlformats.org/drawingml/2006/main">
            <a:off x="762000" y="1809750"/>
            <a:ext cx="9620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3600" b="1">
                <a:solidFill>
                  <a:srgbClr val="FFFFFF"/>
                </a:solidFill>
              </a:defRPr>
            </a:lvl1pPr>
            <a:lvl2pPr>
              <a:buNone/>
              <a:defRPr sz="3600" b="1">
                <a:solidFill>
                  <a:srgbClr val="FFFFFF"/>
                </a:solidFill>
              </a:defRPr>
            </a:lvl2pPr>
            <a:lvl3pPr>
              <a:buNone/>
              <a:defRPr sz="3600" b="1">
                <a:solidFill>
                  <a:srgbClr val="FFFFFF"/>
                </a:solidFill>
              </a:defRPr>
            </a:lvl3pPr>
            <a:lvl4pPr>
              <a:buNone/>
              <a:defRPr sz="3600" b="1">
                <a:solidFill>
                  <a:srgbClr val="FFFFFF"/>
                </a:solidFill>
              </a:defRPr>
            </a:lvl4pPr>
            <a:lvl5pPr>
              <a:buNone/>
              <a:defRPr sz="3600" b="1">
                <a:solidFill>
                  <a:srgbClr val="FFFFFF"/>
                </a:solidFill>
              </a:defRPr>
            </a:lvl5pPr>
            <a:lvl6pPr>
              <a:buNone/>
              <a:defRPr sz="3600" b="1">
                <a:solidFill>
                  <a:srgbClr val="FFFFFF"/>
                </a:solidFill>
              </a:defRPr>
            </a:lvl6pPr>
            <a:lvl7pPr>
              <a:buNone/>
              <a:defRPr sz="3600" b="1">
                <a:solidFill>
                  <a:srgbClr val="FFFFFF"/>
                </a:solidFill>
              </a:defRPr>
            </a:lvl7pPr>
            <a:lvl8pPr>
              <a:buNone/>
              <a:defRPr sz="3600" b="1">
                <a:solidFill>
                  <a:srgbClr val="FFFFFF"/>
                </a:solidFill>
              </a:defRPr>
            </a:lvl8pPr>
            <a:lvl9pPr>
              <a:buNone/>
              <a:defRPr sz="3600" b="1">
                <a:solidFill>
                  <a:srgbClr val="FFFFFF"/>
                </a:solidFill>
              </a:defRPr>
            </a:lvl9pPr>
          </a:lstStyle>
          <a:p xmlns:a="http://schemas.openxmlformats.org/drawingml/2006/main">
            <a:pPr>
              <a:buNone/>
              <a:defRPr sz="3600" b="1">
                <a:solidFill>
                  <a:srgbClr val="FFFFFF"/>
                </a:solidFill>
              </a:defRPr>
            </a:pPr>
            <a:r>
              <a:rPr sz="3600" b="1">
                <a:solidFill>
                  <a:srgbClr val="FFFFFF"/>
                </a:solidFill>
              </a:rPr>
              <a:t>Generative AI in Software Development</a:t>
            </a:r>
          </a:p>
        </p:txBody>
      </p:sp>
      <p:sp>
        <p:nvSpPr>
          <p:cNvPr id="3" name="">
            <a:extLst xmlns:a="http://schemas.openxmlformats.org/drawingml/2006/main">
              <a:ext uri="{FF2B5EF4-FFF2-40B4-BE49-F238E27FC236}">
                <a16:creationId xmlns:a16="http://schemas.microsoft.com/office/drawing/2014/main" id="{64911AB7-91CA-4AFD-AE48-EE00E452C3EC}"/>
              </a:ext>
            </a:extLst>
          </p:cNvPr>
          <p:cNvSpPr>
            <a:spLocks xmlns:a="http://schemas.openxmlformats.org/drawingml/2006/main" noGrp="1"/>
          </p:cNvSpPr>
          <p:nvPr/>
        </p:nvSpPr>
        <p:spPr>
          <a:xfrm xmlns:a="http://schemas.openxmlformats.org/drawingml/2006/main">
            <a:off x="781050" y="3810000"/>
            <a:ext cx="9048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725" b="0">
                <a:solidFill>
                  <a:srgbClr val="C6D3DF"/>
                </a:solidFill>
              </a:defRPr>
            </a:lvl1pPr>
            <a:lvl2pPr>
              <a:buNone/>
              <a:defRPr sz="1725" b="0">
                <a:solidFill>
                  <a:srgbClr val="C6D3DF"/>
                </a:solidFill>
              </a:defRPr>
            </a:lvl2pPr>
            <a:lvl3pPr>
              <a:buNone/>
              <a:defRPr sz="1725" b="0">
                <a:solidFill>
                  <a:srgbClr val="C6D3DF"/>
                </a:solidFill>
              </a:defRPr>
            </a:lvl3pPr>
            <a:lvl4pPr>
              <a:buNone/>
              <a:defRPr sz="1725" b="0">
                <a:solidFill>
                  <a:srgbClr val="C6D3DF"/>
                </a:solidFill>
              </a:defRPr>
            </a:lvl4pPr>
            <a:lvl5pPr>
              <a:buNone/>
              <a:defRPr sz="1725" b="0">
                <a:solidFill>
                  <a:srgbClr val="C6D3DF"/>
                </a:solidFill>
              </a:defRPr>
            </a:lvl5pPr>
            <a:lvl6pPr>
              <a:buNone/>
              <a:defRPr sz="1725" b="0">
                <a:solidFill>
                  <a:srgbClr val="C6D3DF"/>
                </a:solidFill>
              </a:defRPr>
            </a:lvl6pPr>
            <a:lvl7pPr>
              <a:buNone/>
              <a:defRPr sz="1725" b="0">
                <a:solidFill>
                  <a:srgbClr val="C6D3DF"/>
                </a:solidFill>
              </a:defRPr>
            </a:lvl7pPr>
            <a:lvl8pPr>
              <a:buNone/>
              <a:defRPr sz="1725" b="0">
                <a:solidFill>
                  <a:srgbClr val="C6D3DF"/>
                </a:solidFill>
              </a:defRPr>
            </a:lvl8pPr>
            <a:lvl9pPr>
              <a:buNone/>
              <a:defRPr sz="1725" b="0">
                <a:solidFill>
                  <a:srgbClr val="C6D3DF"/>
                </a:solidFill>
              </a:defRPr>
            </a:lvl9pPr>
          </a:lstStyle>
          <a:p xmlns:a="http://schemas.openxmlformats.org/drawingml/2006/main">
            <a:pPr>
              <a:buNone/>
              <a:defRPr sz="1725" b="0">
                <a:solidFill>
                  <a:srgbClr val="C6D3DF"/>
                </a:solidFill>
              </a:defRPr>
            </a:pPr>
            <a:r>
              <a:rPr sz="1725" b="0">
                <a:solidFill>
                  <a:srgbClr val="C6D3DF"/>
                </a:solidFill>
              </a:rPr>
              <a:t>A structured overview for Technology learners and practitioners</a:t>
            </a:r>
          </a:p>
        </p:txBody>
      </p:sp>
      <p:sp>
        <p:nvSpPr>
          <p:cNvPr id="4" name="">
            <a:extLst xmlns:a="http://schemas.openxmlformats.org/drawingml/2006/main">
              <a:ext uri="{FF2B5EF4-FFF2-40B4-BE49-F238E27FC236}">
                <a16:creationId xmlns:a16="http://schemas.microsoft.com/office/drawing/2014/main" id="{CF36CCDD-B611-49E1-A163-333B2F6D3C2A}"/>
              </a:ext>
            </a:extLst>
          </p:cNvPr>
          <p:cNvSpPr>
            <a:spLocks xmlns:a="http://schemas.openxmlformats.org/drawingml/2006/main" noGrp="1"/>
          </p:cNvSpPr>
          <p:nvPr/>
        </p:nvSpPr>
        <p:spPr>
          <a:xfrm xmlns:a="http://schemas.openxmlformats.org/drawingml/2006/main">
            <a:off x="781050" y="5953125"/>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050" b="1">
                <a:solidFill>
                  <a:srgbClr val="72E0CA"/>
                </a:solidFill>
              </a:defRPr>
            </a:lvl1pPr>
            <a:lvl2pPr>
              <a:buNone/>
              <a:defRPr sz="1050" b="1">
                <a:solidFill>
                  <a:srgbClr val="72E0CA"/>
                </a:solidFill>
              </a:defRPr>
            </a:lvl2pPr>
            <a:lvl3pPr>
              <a:buNone/>
              <a:defRPr sz="1050" b="1">
                <a:solidFill>
                  <a:srgbClr val="72E0CA"/>
                </a:solidFill>
              </a:defRPr>
            </a:lvl3pPr>
            <a:lvl4pPr>
              <a:buNone/>
              <a:defRPr sz="1050" b="1">
                <a:solidFill>
                  <a:srgbClr val="72E0CA"/>
                </a:solidFill>
              </a:defRPr>
            </a:lvl4pPr>
            <a:lvl5pPr>
              <a:buNone/>
              <a:defRPr sz="1050" b="1">
                <a:solidFill>
                  <a:srgbClr val="72E0CA"/>
                </a:solidFill>
              </a:defRPr>
            </a:lvl5pPr>
            <a:lvl6pPr>
              <a:buNone/>
              <a:defRPr sz="1050" b="1">
                <a:solidFill>
                  <a:srgbClr val="72E0CA"/>
                </a:solidFill>
              </a:defRPr>
            </a:lvl6pPr>
            <a:lvl7pPr>
              <a:buNone/>
              <a:defRPr sz="1050" b="1">
                <a:solidFill>
                  <a:srgbClr val="72E0CA"/>
                </a:solidFill>
              </a:defRPr>
            </a:lvl7pPr>
            <a:lvl8pPr>
              <a:buNone/>
              <a:defRPr sz="1050" b="1">
                <a:solidFill>
                  <a:srgbClr val="72E0CA"/>
                </a:solidFill>
              </a:defRPr>
            </a:lvl8pPr>
            <a:lvl9pPr>
              <a:buNone/>
              <a:defRPr sz="1050" b="1">
                <a:solidFill>
                  <a:srgbClr val="72E0CA"/>
                </a:solidFill>
              </a:defRPr>
            </a:lvl9pPr>
          </a:lstStyle>
          <a:p xmlns:a="http://schemas.openxmlformats.org/drawingml/2006/main">
            <a:pPr>
              <a:buNone/>
              <a:defRPr sz="1050" b="1">
                <a:solidFill>
                  <a:srgbClr val="72E0CA"/>
                </a:solidFill>
              </a:defRPr>
            </a:pPr>
            <a:r>
              <a:rPr sz="1050" b="1">
                <a:solidFill>
                  <a:srgbClr val="72E0CA"/>
                </a:solidFill>
              </a:rPr>
              <a:t>CONCEPTS  ·  APPLICATIONS  ·  RESPONSIBLE USE</a:t>
            </a:r>
          </a:p>
        </p:txBody>
      </p:sp>
    </p:spTree>
    <p:extLst>
      <p:ext uri="{BB962C8B-B14F-4D97-AF65-F5344CB8AC3E}">
        <p14:creationId xmlns:p14="http://schemas.microsoft.com/office/powerpoint/2010/main" val="1868544992"/>
      </p:ext>
    </p:extLst>
  </p:cSld>
</p:sld>
</file>

<file path=ppt/slides/slide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D25883E-B641-47C5-A926-3C59A982883C}"/>
              </a:ext>
            </a:extLst>
          </p:cNvPr>
          <p:cNvSpPr>
            <a:spLocks xmlns:a="http://schemas.openxmlformats.org/drawingml/2006/main" noGrp="1"/>
          </p:cNvSpPr>
          <p:nvPr/>
        </p:nvSpPr>
        <p:spPr>
          <a:xfrm xmlns:a="http://schemas.openxmlformats.org/drawingml/2006/main">
            <a:off x="723900" y="45720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975" b="1">
                <a:solidFill>
                  <a:srgbClr val="52647A"/>
                </a:solidFill>
              </a:defRPr>
            </a:lvl1pPr>
            <a:lvl2pPr>
              <a:buNone/>
              <a:defRPr sz="975" b="1">
                <a:solidFill>
                  <a:srgbClr val="52647A"/>
                </a:solidFill>
              </a:defRPr>
            </a:lvl2pPr>
            <a:lvl3pPr>
              <a:buNone/>
              <a:defRPr sz="975" b="1">
                <a:solidFill>
                  <a:srgbClr val="52647A"/>
                </a:solidFill>
              </a:defRPr>
            </a:lvl3pPr>
            <a:lvl4pPr>
              <a:buNone/>
              <a:defRPr sz="975" b="1">
                <a:solidFill>
                  <a:srgbClr val="52647A"/>
                </a:solidFill>
              </a:defRPr>
            </a:lvl4pPr>
            <a:lvl5pPr>
              <a:buNone/>
              <a:defRPr sz="975" b="1">
                <a:solidFill>
                  <a:srgbClr val="52647A"/>
                </a:solidFill>
              </a:defRPr>
            </a:lvl5pPr>
            <a:lvl6pPr>
              <a:buNone/>
              <a:defRPr sz="975" b="1">
                <a:solidFill>
                  <a:srgbClr val="52647A"/>
                </a:solidFill>
              </a:defRPr>
            </a:lvl6pPr>
            <a:lvl7pPr>
              <a:buNone/>
              <a:defRPr sz="975" b="1">
                <a:solidFill>
                  <a:srgbClr val="52647A"/>
                </a:solidFill>
              </a:defRPr>
            </a:lvl7pPr>
            <a:lvl8pPr>
              <a:buNone/>
              <a:defRPr sz="975" b="1">
                <a:solidFill>
                  <a:srgbClr val="52647A"/>
                </a:solidFill>
              </a:defRPr>
            </a:lvl8pPr>
            <a:lvl9pPr>
              <a:buNone/>
              <a:defRPr sz="975" b="1">
                <a:solidFill>
                  <a:srgbClr val="52647A"/>
                </a:solidFill>
              </a:defRPr>
            </a:lvl9pPr>
          </a:lstStyle>
          <a:p xmlns:a="http://schemas.openxmlformats.org/drawingml/2006/main">
            <a:pPr>
              <a:buNone/>
              <a:defRPr sz="975" b="1">
                <a:solidFill>
                  <a:srgbClr val="52647A"/>
                </a:solidFill>
              </a:defRPr>
            </a:pPr>
            <a:r>
              <a:rPr sz="975" b="1">
                <a:solidFill>
                  <a:srgbClr val="52647A"/>
                </a:solidFill>
              </a:rPr>
              <a:t>LEARNING OBJECTIVES</a:t>
            </a:r>
          </a:p>
        </p:txBody>
      </p:sp>
      <p:sp>
        <p:nvSpPr>
          <p:cNvPr id="2" name="">
            <a:extLst xmlns:a="http://schemas.openxmlformats.org/drawingml/2006/main">
              <a:ext uri="{FF2B5EF4-FFF2-40B4-BE49-F238E27FC236}">
                <a16:creationId xmlns:a16="http://schemas.microsoft.com/office/drawing/2014/main" id="{CECC34DB-B7D9-4C08-BCE0-09A0FFCD7FC8}"/>
              </a:ext>
            </a:extLst>
          </p:cNvPr>
          <p:cNvSpPr>
            <a:spLocks xmlns:a="http://schemas.openxmlformats.org/drawingml/2006/main" noGrp="1"/>
          </p:cNvSpPr>
          <p:nvPr/>
        </p:nvSpPr>
        <p:spPr>
          <a:xfrm xmlns:a="http://schemas.openxmlformats.org/drawingml/2006/main">
            <a:off x="10477500" y="6257925"/>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900" b="0">
                <a:solidFill>
                  <a:srgbClr val="718096"/>
                </a:solidFill>
              </a:defRPr>
            </a:lvl1pPr>
            <a:lvl2pPr>
              <a:buNone/>
              <a:defRPr sz="900" b="0">
                <a:solidFill>
                  <a:srgbClr val="718096"/>
                </a:solidFill>
              </a:defRPr>
            </a:lvl2pPr>
            <a:lvl3pPr>
              <a:buNone/>
              <a:defRPr sz="900" b="0">
                <a:solidFill>
                  <a:srgbClr val="718096"/>
                </a:solidFill>
              </a:defRPr>
            </a:lvl3pPr>
            <a:lvl4pPr>
              <a:buNone/>
              <a:defRPr sz="900" b="0">
                <a:solidFill>
                  <a:srgbClr val="718096"/>
                </a:solidFill>
              </a:defRPr>
            </a:lvl4pPr>
            <a:lvl5pPr>
              <a:buNone/>
              <a:defRPr sz="900" b="0">
                <a:solidFill>
                  <a:srgbClr val="718096"/>
                </a:solidFill>
              </a:defRPr>
            </a:lvl5pPr>
            <a:lvl6pPr>
              <a:buNone/>
              <a:defRPr sz="900" b="0">
                <a:solidFill>
                  <a:srgbClr val="718096"/>
                </a:solidFill>
              </a:defRPr>
            </a:lvl6pPr>
            <a:lvl7pPr>
              <a:buNone/>
              <a:defRPr sz="900" b="0">
                <a:solidFill>
                  <a:srgbClr val="718096"/>
                </a:solidFill>
              </a:defRPr>
            </a:lvl7pPr>
            <a:lvl8pPr>
              <a:buNone/>
              <a:defRPr sz="900" b="0">
                <a:solidFill>
                  <a:srgbClr val="718096"/>
                </a:solidFill>
              </a:defRPr>
            </a:lvl8pPr>
            <a:lvl9pPr>
              <a:buNone/>
              <a:defRPr sz="900" b="0">
                <a:solidFill>
                  <a:srgbClr val="718096"/>
                </a:solidFill>
              </a:defRPr>
            </a:lvl9pPr>
          </a:lstStyle>
          <a:p xmlns:a="http://schemas.openxmlformats.org/drawingml/2006/main">
            <a:pPr>
              <a:buNone/>
              <a:defRPr sz="900" b="0">
                <a:solidFill>
                  <a:srgbClr val="718096"/>
                </a:solidFill>
              </a:defRPr>
            </a:pPr>
            <a:r>
              <a:rPr sz="900" b="0">
                <a:solidFill>
                  <a:srgbClr val="718096"/>
                </a:solidFill>
              </a:rPr>
              <a:t>02 / 10</a:t>
            </a:r>
          </a:p>
        </p:txBody>
      </p:sp>
      <p:sp>
        <p:nvSpPr>
          <p:cNvPr id="3" name="">
            <a:extLst xmlns:a="http://schemas.openxmlformats.org/drawingml/2006/main">
              <a:ext uri="{FF2B5EF4-FFF2-40B4-BE49-F238E27FC236}">
                <a16:creationId xmlns:a16="http://schemas.microsoft.com/office/drawing/2014/main" id="{45F4E398-D699-4ABD-B6F8-C8674DD8874F}"/>
              </a:ext>
            </a:extLst>
          </p:cNvPr>
          <p:cNvSpPr>
            <a:spLocks xmlns:a="http://schemas.openxmlformats.org/drawingml/2006/main" noGrp="1"/>
          </p:cNvSpPr>
          <p:nvPr/>
        </p:nvSpPr>
        <p:spPr>
          <a:xfrm xmlns:a="http://schemas.openxmlformats.org/drawingml/2006/main">
            <a:off x="723900" y="6553200"/>
            <a:ext cx="10744200" cy="38100"/>
          </a:xfrm>
          <a:prstGeom xmlns:a="http://schemas.openxmlformats.org/drawingml/2006/main" prst="rect">
            <a:avLst/>
          </a:prstGeom>
          <a:solidFill xmlns:a="http://schemas.openxmlformats.org/drawingml/2006/main">
            <a:srgbClr val="22C3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E949858-2B4D-4872-86AC-8FF656315A1F}"/>
              </a:ext>
            </a:extLst>
          </p:cNvPr>
          <p:cNvSpPr>
            <a:spLocks xmlns:a="http://schemas.openxmlformats.org/drawingml/2006/main" noGrp="1"/>
          </p:cNvSpPr>
          <p:nvPr/>
        </p:nvSpPr>
        <p:spPr>
          <a:xfrm xmlns:a="http://schemas.openxmlformats.org/drawingml/2006/main">
            <a:off x="723900" y="102870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2700" b="1">
                <a:solidFill>
                  <a:srgbClr val="10243A"/>
                </a:solidFill>
              </a:defRPr>
            </a:lvl1pPr>
            <a:lvl2pPr>
              <a:buNone/>
              <a:defRPr sz="2700" b="1">
                <a:solidFill>
                  <a:srgbClr val="10243A"/>
                </a:solidFill>
              </a:defRPr>
            </a:lvl2pPr>
            <a:lvl3pPr>
              <a:buNone/>
              <a:defRPr sz="2700" b="1">
                <a:solidFill>
                  <a:srgbClr val="10243A"/>
                </a:solidFill>
              </a:defRPr>
            </a:lvl3pPr>
            <a:lvl4pPr>
              <a:buNone/>
              <a:defRPr sz="2700" b="1">
                <a:solidFill>
                  <a:srgbClr val="10243A"/>
                </a:solidFill>
              </a:defRPr>
            </a:lvl4pPr>
            <a:lvl5pPr>
              <a:buNone/>
              <a:defRPr sz="2700" b="1">
                <a:solidFill>
                  <a:srgbClr val="10243A"/>
                </a:solidFill>
              </a:defRPr>
            </a:lvl5pPr>
            <a:lvl6pPr>
              <a:buNone/>
              <a:defRPr sz="2700" b="1">
                <a:solidFill>
                  <a:srgbClr val="10243A"/>
                </a:solidFill>
              </a:defRPr>
            </a:lvl6pPr>
            <a:lvl7pPr>
              <a:buNone/>
              <a:defRPr sz="2700" b="1">
                <a:solidFill>
                  <a:srgbClr val="10243A"/>
                </a:solidFill>
              </a:defRPr>
            </a:lvl7pPr>
            <a:lvl8pPr>
              <a:buNone/>
              <a:defRPr sz="2700" b="1">
                <a:solidFill>
                  <a:srgbClr val="10243A"/>
                </a:solidFill>
              </a:defRPr>
            </a:lvl8pPr>
            <a:lvl9pPr>
              <a:buNone/>
              <a:defRPr sz="2700" b="1">
                <a:solidFill>
                  <a:srgbClr val="10243A"/>
                </a:solidFill>
              </a:defRPr>
            </a:lvl9pPr>
          </a:lstStyle>
          <a:p xmlns:a="http://schemas.openxmlformats.org/drawingml/2006/main">
            <a:pPr>
              <a:buNone/>
              <a:defRPr sz="2700" b="1">
                <a:solidFill>
                  <a:srgbClr val="10243A"/>
                </a:solidFill>
              </a:defRPr>
            </a:pPr>
            <a:r>
              <a:rPr sz="2700" b="1">
                <a:solidFill>
                  <a:srgbClr val="10243A"/>
                </a:solidFill>
              </a:rPr>
              <a:t>What you will learn</a:t>
            </a:r>
          </a:p>
        </p:txBody>
      </p:sp>
      <p:sp>
        <p:nvSpPr>
          <p:cNvPr id="5" name="">
            <a:extLst xmlns:a="http://schemas.openxmlformats.org/drawingml/2006/main">
              <a:ext uri="{FF2B5EF4-FFF2-40B4-BE49-F238E27FC236}">
                <a16:creationId xmlns:a16="http://schemas.microsoft.com/office/drawing/2014/main" id="{2DB40100-8043-4496-A9CF-FC8E1BE2919D}"/>
              </a:ext>
            </a:extLst>
          </p:cNvPr>
          <p:cNvSpPr>
            <a:spLocks xmlns:a="http://schemas.openxmlformats.org/drawingml/2006/main" noGrp="1"/>
          </p:cNvSpPr>
          <p:nvPr/>
        </p:nvSpPr>
        <p:spPr>
          <a:xfrm xmlns:a="http://schemas.openxmlformats.org/drawingml/2006/main">
            <a:off x="781050" y="20764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575" b="1">
                <a:solidFill>
                  <a:srgbClr val="008F79"/>
                </a:solidFill>
              </a:defRPr>
            </a:lvl1pPr>
            <a:lvl2pPr>
              <a:buNone/>
              <a:defRPr sz="1575" b="1">
                <a:solidFill>
                  <a:srgbClr val="008F79"/>
                </a:solidFill>
              </a:defRPr>
            </a:lvl2pPr>
            <a:lvl3pPr>
              <a:buNone/>
              <a:defRPr sz="1575" b="1">
                <a:solidFill>
                  <a:srgbClr val="008F79"/>
                </a:solidFill>
              </a:defRPr>
            </a:lvl3pPr>
            <a:lvl4pPr>
              <a:buNone/>
              <a:defRPr sz="1575" b="1">
                <a:solidFill>
                  <a:srgbClr val="008F79"/>
                </a:solidFill>
              </a:defRPr>
            </a:lvl4pPr>
            <a:lvl5pPr>
              <a:buNone/>
              <a:defRPr sz="1575" b="1">
                <a:solidFill>
                  <a:srgbClr val="008F79"/>
                </a:solidFill>
              </a:defRPr>
            </a:lvl5pPr>
            <a:lvl6pPr>
              <a:buNone/>
              <a:defRPr sz="1575" b="1">
                <a:solidFill>
                  <a:srgbClr val="008F79"/>
                </a:solidFill>
              </a:defRPr>
            </a:lvl6pPr>
            <a:lvl7pPr>
              <a:buNone/>
              <a:defRPr sz="1575" b="1">
                <a:solidFill>
                  <a:srgbClr val="008F79"/>
                </a:solidFill>
              </a:defRPr>
            </a:lvl7pPr>
            <a:lvl8pPr>
              <a:buNone/>
              <a:defRPr sz="1575" b="1">
                <a:solidFill>
                  <a:srgbClr val="008F79"/>
                </a:solidFill>
              </a:defRPr>
            </a:lvl8pPr>
            <a:lvl9pPr>
              <a:buNone/>
              <a:defRPr sz="1575" b="1">
                <a:solidFill>
                  <a:srgbClr val="008F79"/>
                </a:solidFill>
              </a:defRPr>
            </a:lvl9pPr>
          </a:lstStyle>
          <a:p xmlns:a="http://schemas.openxmlformats.org/drawingml/2006/main">
            <a:pPr>
              <a:buNone/>
              <a:defRPr sz="1575" b="1">
                <a:solidFill>
                  <a:srgbClr val="008F79"/>
                </a:solidFill>
              </a:defRPr>
            </a:pPr>
            <a:r>
              <a:rPr sz="1575" b="1">
                <a:solidFill>
                  <a:srgbClr val="008F79"/>
                </a:solidFill>
              </a:rPr>
              <a:t>01</a:t>
            </a:r>
          </a:p>
        </p:txBody>
      </p:sp>
      <p:sp>
        <p:nvSpPr>
          <p:cNvPr id="6" name="">
            <a:extLst xmlns:a="http://schemas.openxmlformats.org/drawingml/2006/main">
              <a:ext uri="{FF2B5EF4-FFF2-40B4-BE49-F238E27FC236}">
                <a16:creationId xmlns:a16="http://schemas.microsoft.com/office/drawing/2014/main" id="{E64786EE-C341-4753-A33B-4DCFC3306392}"/>
              </a:ext>
            </a:extLst>
          </p:cNvPr>
          <p:cNvSpPr>
            <a:spLocks xmlns:a="http://schemas.openxmlformats.org/drawingml/2006/main" noGrp="1"/>
          </p:cNvSpPr>
          <p:nvPr/>
        </p:nvSpPr>
        <p:spPr>
          <a:xfrm xmlns:a="http://schemas.openxmlformats.org/drawingml/2006/main">
            <a:off x="1524000" y="20383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725" b="0">
                <a:solidFill>
                  <a:srgbClr val="24374B"/>
                </a:solidFill>
              </a:defRPr>
            </a:lvl1pPr>
            <a:lvl2pPr>
              <a:buNone/>
              <a:defRPr sz="1725" b="0">
                <a:solidFill>
                  <a:srgbClr val="24374B"/>
                </a:solidFill>
              </a:defRPr>
            </a:lvl2pPr>
            <a:lvl3pPr>
              <a:buNone/>
              <a:defRPr sz="1725" b="0">
                <a:solidFill>
                  <a:srgbClr val="24374B"/>
                </a:solidFill>
              </a:defRPr>
            </a:lvl3pPr>
            <a:lvl4pPr>
              <a:buNone/>
              <a:defRPr sz="1725" b="0">
                <a:solidFill>
                  <a:srgbClr val="24374B"/>
                </a:solidFill>
              </a:defRPr>
            </a:lvl4pPr>
            <a:lvl5pPr>
              <a:buNone/>
              <a:defRPr sz="1725" b="0">
                <a:solidFill>
                  <a:srgbClr val="24374B"/>
                </a:solidFill>
              </a:defRPr>
            </a:lvl5pPr>
            <a:lvl6pPr>
              <a:buNone/>
              <a:defRPr sz="1725" b="0">
                <a:solidFill>
                  <a:srgbClr val="24374B"/>
                </a:solidFill>
              </a:defRPr>
            </a:lvl6pPr>
            <a:lvl7pPr>
              <a:buNone/>
              <a:defRPr sz="1725" b="0">
                <a:solidFill>
                  <a:srgbClr val="24374B"/>
                </a:solidFill>
              </a:defRPr>
            </a:lvl7pPr>
            <a:lvl8pPr>
              <a:buNone/>
              <a:defRPr sz="1725" b="0">
                <a:solidFill>
                  <a:srgbClr val="24374B"/>
                </a:solidFill>
              </a:defRPr>
            </a:lvl8pPr>
            <a:lvl9pPr>
              <a:buNone/>
              <a:defRPr sz="1725" b="0">
                <a:solidFill>
                  <a:srgbClr val="24374B"/>
                </a:solidFill>
              </a:defRPr>
            </a:lvl9pPr>
          </a:lstStyle>
          <a:p xmlns:a="http://schemas.openxmlformats.org/drawingml/2006/main">
            <a:pPr>
              <a:buNone/>
              <a:defRPr sz="1725" b="0">
                <a:solidFill>
                  <a:srgbClr val="24374B"/>
                </a:solidFill>
              </a:defRPr>
            </a:pPr>
            <a:r>
              <a:rPr sz="1725" b="0">
                <a:solidFill>
                  <a:srgbClr val="24374B"/>
                </a:solidFill>
              </a:rPr>
              <a:t>Explain the main concepts behind Generative AI in Software Development.</a:t>
            </a:r>
          </a:p>
        </p:txBody>
      </p:sp>
      <p:sp>
        <p:nvSpPr>
          <p:cNvPr id="7" name="">
            <a:extLst xmlns:a="http://schemas.openxmlformats.org/drawingml/2006/main">
              <a:ext uri="{FF2B5EF4-FFF2-40B4-BE49-F238E27FC236}">
                <a16:creationId xmlns:a16="http://schemas.microsoft.com/office/drawing/2014/main" id="{25189C73-720E-4D76-898C-44C8A7A6D626}"/>
              </a:ext>
            </a:extLst>
          </p:cNvPr>
          <p:cNvSpPr>
            <a:spLocks xmlns:a="http://schemas.openxmlformats.org/drawingml/2006/main" noGrp="1"/>
          </p:cNvSpPr>
          <p:nvPr/>
        </p:nvSpPr>
        <p:spPr>
          <a:xfrm xmlns:a="http://schemas.openxmlformats.org/drawingml/2006/main">
            <a:off x="781050" y="285750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575" b="1">
                <a:solidFill>
                  <a:srgbClr val="008F79"/>
                </a:solidFill>
              </a:defRPr>
            </a:lvl1pPr>
            <a:lvl2pPr>
              <a:buNone/>
              <a:defRPr sz="1575" b="1">
                <a:solidFill>
                  <a:srgbClr val="008F79"/>
                </a:solidFill>
              </a:defRPr>
            </a:lvl2pPr>
            <a:lvl3pPr>
              <a:buNone/>
              <a:defRPr sz="1575" b="1">
                <a:solidFill>
                  <a:srgbClr val="008F79"/>
                </a:solidFill>
              </a:defRPr>
            </a:lvl3pPr>
            <a:lvl4pPr>
              <a:buNone/>
              <a:defRPr sz="1575" b="1">
                <a:solidFill>
                  <a:srgbClr val="008F79"/>
                </a:solidFill>
              </a:defRPr>
            </a:lvl4pPr>
            <a:lvl5pPr>
              <a:buNone/>
              <a:defRPr sz="1575" b="1">
                <a:solidFill>
                  <a:srgbClr val="008F79"/>
                </a:solidFill>
              </a:defRPr>
            </a:lvl5pPr>
            <a:lvl6pPr>
              <a:buNone/>
              <a:defRPr sz="1575" b="1">
                <a:solidFill>
                  <a:srgbClr val="008F79"/>
                </a:solidFill>
              </a:defRPr>
            </a:lvl6pPr>
            <a:lvl7pPr>
              <a:buNone/>
              <a:defRPr sz="1575" b="1">
                <a:solidFill>
                  <a:srgbClr val="008F79"/>
                </a:solidFill>
              </a:defRPr>
            </a:lvl7pPr>
            <a:lvl8pPr>
              <a:buNone/>
              <a:defRPr sz="1575" b="1">
                <a:solidFill>
                  <a:srgbClr val="008F79"/>
                </a:solidFill>
              </a:defRPr>
            </a:lvl8pPr>
            <a:lvl9pPr>
              <a:buNone/>
              <a:defRPr sz="1575" b="1">
                <a:solidFill>
                  <a:srgbClr val="008F79"/>
                </a:solidFill>
              </a:defRPr>
            </a:lvl9pPr>
          </a:lstStyle>
          <a:p xmlns:a="http://schemas.openxmlformats.org/drawingml/2006/main">
            <a:pPr>
              <a:buNone/>
              <a:defRPr sz="1575" b="1">
                <a:solidFill>
                  <a:srgbClr val="008F79"/>
                </a:solidFill>
              </a:defRPr>
            </a:pPr>
            <a:r>
              <a:rPr sz="1575" b="1">
                <a:solidFill>
                  <a:srgbClr val="008F79"/>
                </a:solidFill>
              </a:rPr>
              <a:t>02</a:t>
            </a:r>
          </a:p>
        </p:txBody>
      </p:sp>
      <p:sp>
        <p:nvSpPr>
          <p:cNvPr id="8" name="">
            <a:extLst xmlns:a="http://schemas.openxmlformats.org/drawingml/2006/main">
              <a:ext uri="{FF2B5EF4-FFF2-40B4-BE49-F238E27FC236}">
                <a16:creationId xmlns:a16="http://schemas.microsoft.com/office/drawing/2014/main" id="{17CE0B32-D36C-414D-B6D2-9831815E89D4}"/>
              </a:ext>
            </a:extLst>
          </p:cNvPr>
          <p:cNvSpPr>
            <a:spLocks xmlns:a="http://schemas.openxmlformats.org/drawingml/2006/main" noGrp="1"/>
          </p:cNvSpPr>
          <p:nvPr/>
        </p:nvSpPr>
        <p:spPr>
          <a:xfrm xmlns:a="http://schemas.openxmlformats.org/drawingml/2006/main">
            <a:off x="1524000" y="281940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725" b="0">
                <a:solidFill>
                  <a:srgbClr val="24374B"/>
                </a:solidFill>
              </a:defRPr>
            </a:lvl1pPr>
            <a:lvl2pPr>
              <a:buNone/>
              <a:defRPr sz="1725" b="0">
                <a:solidFill>
                  <a:srgbClr val="24374B"/>
                </a:solidFill>
              </a:defRPr>
            </a:lvl2pPr>
            <a:lvl3pPr>
              <a:buNone/>
              <a:defRPr sz="1725" b="0">
                <a:solidFill>
                  <a:srgbClr val="24374B"/>
                </a:solidFill>
              </a:defRPr>
            </a:lvl3pPr>
            <a:lvl4pPr>
              <a:buNone/>
              <a:defRPr sz="1725" b="0">
                <a:solidFill>
                  <a:srgbClr val="24374B"/>
                </a:solidFill>
              </a:defRPr>
            </a:lvl4pPr>
            <a:lvl5pPr>
              <a:buNone/>
              <a:defRPr sz="1725" b="0">
                <a:solidFill>
                  <a:srgbClr val="24374B"/>
                </a:solidFill>
              </a:defRPr>
            </a:lvl5pPr>
            <a:lvl6pPr>
              <a:buNone/>
              <a:defRPr sz="1725" b="0">
                <a:solidFill>
                  <a:srgbClr val="24374B"/>
                </a:solidFill>
              </a:defRPr>
            </a:lvl6pPr>
            <a:lvl7pPr>
              <a:buNone/>
              <a:defRPr sz="1725" b="0">
                <a:solidFill>
                  <a:srgbClr val="24374B"/>
                </a:solidFill>
              </a:defRPr>
            </a:lvl7pPr>
            <a:lvl8pPr>
              <a:buNone/>
              <a:defRPr sz="1725" b="0">
                <a:solidFill>
                  <a:srgbClr val="24374B"/>
                </a:solidFill>
              </a:defRPr>
            </a:lvl8pPr>
            <a:lvl9pPr>
              <a:buNone/>
              <a:defRPr sz="1725" b="0">
                <a:solidFill>
                  <a:srgbClr val="24374B"/>
                </a:solidFill>
              </a:defRPr>
            </a:lvl9pPr>
          </a:lstStyle>
          <a:p xmlns:a="http://schemas.openxmlformats.org/drawingml/2006/main">
            <a:pPr>
              <a:buNone/>
              <a:defRPr sz="1725" b="0">
                <a:solidFill>
                  <a:srgbClr val="24374B"/>
                </a:solidFill>
              </a:defRPr>
            </a:pPr>
            <a:r>
              <a:rPr sz="1725" b="0">
                <a:solidFill>
                  <a:srgbClr val="24374B"/>
                </a:solidFill>
              </a:rPr>
              <a:t>Identify practical applications and the conditions that make them useful.</a:t>
            </a:r>
          </a:p>
        </p:txBody>
      </p:sp>
      <p:sp>
        <p:nvSpPr>
          <p:cNvPr id="9" name="">
            <a:extLst xmlns:a="http://schemas.openxmlformats.org/drawingml/2006/main">
              <a:ext uri="{FF2B5EF4-FFF2-40B4-BE49-F238E27FC236}">
                <a16:creationId xmlns:a16="http://schemas.microsoft.com/office/drawing/2014/main" id="{6FEF1AAC-00BF-4E35-BA0F-AA4F3F5AFBF6}"/>
              </a:ext>
            </a:extLst>
          </p:cNvPr>
          <p:cNvSpPr>
            <a:spLocks xmlns:a="http://schemas.openxmlformats.org/drawingml/2006/main" noGrp="1"/>
          </p:cNvSpPr>
          <p:nvPr/>
        </p:nvSpPr>
        <p:spPr>
          <a:xfrm xmlns:a="http://schemas.openxmlformats.org/drawingml/2006/main">
            <a:off x="781050" y="36385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575" b="1">
                <a:solidFill>
                  <a:srgbClr val="008F79"/>
                </a:solidFill>
              </a:defRPr>
            </a:lvl1pPr>
            <a:lvl2pPr>
              <a:buNone/>
              <a:defRPr sz="1575" b="1">
                <a:solidFill>
                  <a:srgbClr val="008F79"/>
                </a:solidFill>
              </a:defRPr>
            </a:lvl2pPr>
            <a:lvl3pPr>
              <a:buNone/>
              <a:defRPr sz="1575" b="1">
                <a:solidFill>
                  <a:srgbClr val="008F79"/>
                </a:solidFill>
              </a:defRPr>
            </a:lvl3pPr>
            <a:lvl4pPr>
              <a:buNone/>
              <a:defRPr sz="1575" b="1">
                <a:solidFill>
                  <a:srgbClr val="008F79"/>
                </a:solidFill>
              </a:defRPr>
            </a:lvl4pPr>
            <a:lvl5pPr>
              <a:buNone/>
              <a:defRPr sz="1575" b="1">
                <a:solidFill>
                  <a:srgbClr val="008F79"/>
                </a:solidFill>
              </a:defRPr>
            </a:lvl5pPr>
            <a:lvl6pPr>
              <a:buNone/>
              <a:defRPr sz="1575" b="1">
                <a:solidFill>
                  <a:srgbClr val="008F79"/>
                </a:solidFill>
              </a:defRPr>
            </a:lvl6pPr>
            <a:lvl7pPr>
              <a:buNone/>
              <a:defRPr sz="1575" b="1">
                <a:solidFill>
                  <a:srgbClr val="008F79"/>
                </a:solidFill>
              </a:defRPr>
            </a:lvl7pPr>
            <a:lvl8pPr>
              <a:buNone/>
              <a:defRPr sz="1575" b="1">
                <a:solidFill>
                  <a:srgbClr val="008F79"/>
                </a:solidFill>
              </a:defRPr>
            </a:lvl8pPr>
            <a:lvl9pPr>
              <a:buNone/>
              <a:defRPr sz="1575" b="1">
                <a:solidFill>
                  <a:srgbClr val="008F79"/>
                </a:solidFill>
              </a:defRPr>
            </a:lvl9pPr>
          </a:lstStyle>
          <a:p xmlns:a="http://schemas.openxmlformats.org/drawingml/2006/main">
            <a:pPr>
              <a:buNone/>
              <a:defRPr sz="1575" b="1">
                <a:solidFill>
                  <a:srgbClr val="008F79"/>
                </a:solidFill>
              </a:defRPr>
            </a:pPr>
            <a:r>
              <a:rPr sz="1575" b="1">
                <a:solidFill>
                  <a:srgbClr val="008F79"/>
                </a:solidFill>
              </a:rPr>
              <a:t>03</a:t>
            </a:r>
          </a:p>
        </p:txBody>
      </p:sp>
      <p:sp>
        <p:nvSpPr>
          <p:cNvPr id="10" name="">
            <a:extLst xmlns:a="http://schemas.openxmlformats.org/drawingml/2006/main">
              <a:ext uri="{FF2B5EF4-FFF2-40B4-BE49-F238E27FC236}">
                <a16:creationId xmlns:a16="http://schemas.microsoft.com/office/drawing/2014/main" id="{33ECC2B0-BBDE-442F-AA1A-9497DE9F66D3}"/>
              </a:ext>
            </a:extLst>
          </p:cNvPr>
          <p:cNvSpPr>
            <a:spLocks xmlns:a="http://schemas.openxmlformats.org/drawingml/2006/main" noGrp="1"/>
          </p:cNvSpPr>
          <p:nvPr/>
        </p:nvSpPr>
        <p:spPr>
          <a:xfrm xmlns:a="http://schemas.openxmlformats.org/drawingml/2006/main">
            <a:off x="1524000" y="36004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725" b="0">
                <a:solidFill>
                  <a:srgbClr val="24374B"/>
                </a:solidFill>
              </a:defRPr>
            </a:lvl1pPr>
            <a:lvl2pPr>
              <a:buNone/>
              <a:defRPr sz="1725" b="0">
                <a:solidFill>
                  <a:srgbClr val="24374B"/>
                </a:solidFill>
              </a:defRPr>
            </a:lvl2pPr>
            <a:lvl3pPr>
              <a:buNone/>
              <a:defRPr sz="1725" b="0">
                <a:solidFill>
                  <a:srgbClr val="24374B"/>
                </a:solidFill>
              </a:defRPr>
            </a:lvl3pPr>
            <a:lvl4pPr>
              <a:buNone/>
              <a:defRPr sz="1725" b="0">
                <a:solidFill>
                  <a:srgbClr val="24374B"/>
                </a:solidFill>
              </a:defRPr>
            </a:lvl4pPr>
            <a:lvl5pPr>
              <a:buNone/>
              <a:defRPr sz="1725" b="0">
                <a:solidFill>
                  <a:srgbClr val="24374B"/>
                </a:solidFill>
              </a:defRPr>
            </a:lvl5pPr>
            <a:lvl6pPr>
              <a:buNone/>
              <a:defRPr sz="1725" b="0">
                <a:solidFill>
                  <a:srgbClr val="24374B"/>
                </a:solidFill>
              </a:defRPr>
            </a:lvl6pPr>
            <a:lvl7pPr>
              <a:buNone/>
              <a:defRPr sz="1725" b="0">
                <a:solidFill>
                  <a:srgbClr val="24374B"/>
                </a:solidFill>
              </a:defRPr>
            </a:lvl7pPr>
            <a:lvl8pPr>
              <a:buNone/>
              <a:defRPr sz="1725" b="0">
                <a:solidFill>
                  <a:srgbClr val="24374B"/>
                </a:solidFill>
              </a:defRPr>
            </a:lvl8pPr>
            <a:lvl9pPr>
              <a:buNone/>
              <a:defRPr sz="1725" b="0">
                <a:solidFill>
                  <a:srgbClr val="24374B"/>
                </a:solidFill>
              </a:defRPr>
            </a:lvl9pPr>
          </a:lstStyle>
          <a:p xmlns:a="http://schemas.openxmlformats.org/drawingml/2006/main">
            <a:pPr>
              <a:buNone/>
              <a:defRPr sz="1725" b="0">
                <a:solidFill>
                  <a:srgbClr val="24374B"/>
                </a:solidFill>
              </a:defRPr>
            </a:pPr>
            <a:r>
              <a:rPr sz="1725" b="0">
                <a:solidFill>
                  <a:srgbClr val="24374B"/>
                </a:solidFill>
              </a:rPr>
              <a:t>Assess limitations and choose responsible next steps.</a:t>
            </a:r>
          </a:p>
        </p:txBody>
      </p:sp>
    </p:spTree>
    <p:extLst>
      <p:ext uri="{BB962C8B-B14F-4D97-AF65-F5344CB8AC3E}">
        <p14:creationId xmlns:p14="http://schemas.microsoft.com/office/powerpoint/2010/main" val="347954051"/>
      </p:ext>
    </p:extLst>
  </p:cSld>
</p:sld>
</file>

<file path=ppt/slides/slide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6FD9C46-0728-4FA8-9BEA-1471EC6784EF}"/>
              </a:ext>
            </a:extLst>
          </p:cNvPr>
          <p:cNvSpPr>
            <a:spLocks xmlns:a="http://schemas.openxmlformats.org/drawingml/2006/main" noGrp="1"/>
          </p:cNvSpPr>
          <p:nvPr/>
        </p:nvSpPr>
        <p:spPr>
          <a:xfrm xmlns:a="http://schemas.openxmlformats.org/drawingml/2006/main">
            <a:off x="723900" y="45720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975" b="1">
                <a:solidFill>
                  <a:srgbClr val="52647A"/>
                </a:solidFill>
              </a:defRPr>
            </a:lvl1pPr>
            <a:lvl2pPr>
              <a:buNone/>
              <a:defRPr sz="975" b="1">
                <a:solidFill>
                  <a:srgbClr val="52647A"/>
                </a:solidFill>
              </a:defRPr>
            </a:lvl2pPr>
            <a:lvl3pPr>
              <a:buNone/>
              <a:defRPr sz="975" b="1">
                <a:solidFill>
                  <a:srgbClr val="52647A"/>
                </a:solidFill>
              </a:defRPr>
            </a:lvl3pPr>
            <a:lvl4pPr>
              <a:buNone/>
              <a:defRPr sz="975" b="1">
                <a:solidFill>
                  <a:srgbClr val="52647A"/>
                </a:solidFill>
              </a:defRPr>
            </a:lvl4pPr>
            <a:lvl5pPr>
              <a:buNone/>
              <a:defRPr sz="975" b="1">
                <a:solidFill>
                  <a:srgbClr val="52647A"/>
                </a:solidFill>
              </a:defRPr>
            </a:lvl5pPr>
            <a:lvl6pPr>
              <a:buNone/>
              <a:defRPr sz="975" b="1">
                <a:solidFill>
                  <a:srgbClr val="52647A"/>
                </a:solidFill>
              </a:defRPr>
            </a:lvl6pPr>
            <a:lvl7pPr>
              <a:buNone/>
              <a:defRPr sz="975" b="1">
                <a:solidFill>
                  <a:srgbClr val="52647A"/>
                </a:solidFill>
              </a:defRPr>
            </a:lvl7pPr>
            <a:lvl8pPr>
              <a:buNone/>
              <a:defRPr sz="975" b="1">
                <a:solidFill>
                  <a:srgbClr val="52647A"/>
                </a:solidFill>
              </a:defRPr>
            </a:lvl8pPr>
            <a:lvl9pPr>
              <a:buNone/>
              <a:defRPr sz="975" b="1">
                <a:solidFill>
                  <a:srgbClr val="52647A"/>
                </a:solidFill>
              </a:defRPr>
            </a:lvl9pPr>
          </a:lstStyle>
          <a:p xmlns:a="http://schemas.openxmlformats.org/drawingml/2006/main">
            <a:pPr>
              <a:buNone/>
              <a:defRPr sz="975" b="1">
                <a:solidFill>
                  <a:srgbClr val="52647A"/>
                </a:solidFill>
              </a:defRPr>
            </a:pPr>
            <a:r>
              <a:rPr sz="975" b="1">
                <a:solidFill>
                  <a:srgbClr val="52647A"/>
                </a:solidFill>
              </a:rPr>
              <a:t>GENERATIVE AI IN SOFTWARE DEVELOPMENT</a:t>
            </a:r>
          </a:p>
        </p:txBody>
      </p:sp>
      <p:sp>
        <p:nvSpPr>
          <p:cNvPr id="2" name="">
            <a:extLst xmlns:a="http://schemas.openxmlformats.org/drawingml/2006/main">
              <a:ext uri="{FF2B5EF4-FFF2-40B4-BE49-F238E27FC236}">
                <a16:creationId xmlns:a16="http://schemas.microsoft.com/office/drawing/2014/main" id="{BA9819B0-CD74-4F1C-B6AB-35BC39390F7B}"/>
              </a:ext>
            </a:extLst>
          </p:cNvPr>
          <p:cNvSpPr>
            <a:spLocks xmlns:a="http://schemas.openxmlformats.org/drawingml/2006/main" noGrp="1"/>
          </p:cNvSpPr>
          <p:nvPr/>
        </p:nvSpPr>
        <p:spPr>
          <a:xfrm xmlns:a="http://schemas.openxmlformats.org/drawingml/2006/main">
            <a:off x="10477500" y="6257925"/>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900" b="0">
                <a:solidFill>
                  <a:srgbClr val="718096"/>
                </a:solidFill>
              </a:defRPr>
            </a:lvl1pPr>
            <a:lvl2pPr>
              <a:buNone/>
              <a:defRPr sz="900" b="0">
                <a:solidFill>
                  <a:srgbClr val="718096"/>
                </a:solidFill>
              </a:defRPr>
            </a:lvl2pPr>
            <a:lvl3pPr>
              <a:buNone/>
              <a:defRPr sz="900" b="0">
                <a:solidFill>
                  <a:srgbClr val="718096"/>
                </a:solidFill>
              </a:defRPr>
            </a:lvl3pPr>
            <a:lvl4pPr>
              <a:buNone/>
              <a:defRPr sz="900" b="0">
                <a:solidFill>
                  <a:srgbClr val="718096"/>
                </a:solidFill>
              </a:defRPr>
            </a:lvl4pPr>
            <a:lvl5pPr>
              <a:buNone/>
              <a:defRPr sz="900" b="0">
                <a:solidFill>
                  <a:srgbClr val="718096"/>
                </a:solidFill>
              </a:defRPr>
            </a:lvl5pPr>
            <a:lvl6pPr>
              <a:buNone/>
              <a:defRPr sz="900" b="0">
                <a:solidFill>
                  <a:srgbClr val="718096"/>
                </a:solidFill>
              </a:defRPr>
            </a:lvl6pPr>
            <a:lvl7pPr>
              <a:buNone/>
              <a:defRPr sz="900" b="0">
                <a:solidFill>
                  <a:srgbClr val="718096"/>
                </a:solidFill>
              </a:defRPr>
            </a:lvl7pPr>
            <a:lvl8pPr>
              <a:buNone/>
              <a:defRPr sz="900" b="0">
                <a:solidFill>
                  <a:srgbClr val="718096"/>
                </a:solidFill>
              </a:defRPr>
            </a:lvl8pPr>
            <a:lvl9pPr>
              <a:buNone/>
              <a:defRPr sz="900" b="0">
                <a:solidFill>
                  <a:srgbClr val="718096"/>
                </a:solidFill>
              </a:defRPr>
            </a:lvl9pPr>
          </a:lstStyle>
          <a:p xmlns:a="http://schemas.openxmlformats.org/drawingml/2006/main">
            <a:pPr>
              <a:buNone/>
              <a:defRPr sz="900" b="0">
                <a:solidFill>
                  <a:srgbClr val="718096"/>
                </a:solidFill>
              </a:defRPr>
            </a:pPr>
            <a:r>
              <a:rPr sz="900" b="0">
                <a:solidFill>
                  <a:srgbClr val="718096"/>
                </a:solidFill>
              </a:rPr>
              <a:t>03 / 10</a:t>
            </a:r>
          </a:p>
        </p:txBody>
      </p:sp>
      <p:sp>
        <p:nvSpPr>
          <p:cNvPr id="3" name="">
            <a:extLst xmlns:a="http://schemas.openxmlformats.org/drawingml/2006/main">
              <a:ext uri="{FF2B5EF4-FFF2-40B4-BE49-F238E27FC236}">
                <a16:creationId xmlns:a16="http://schemas.microsoft.com/office/drawing/2014/main" id="{0B457274-641E-4289-9B28-ADE79ED7FD92}"/>
              </a:ext>
            </a:extLst>
          </p:cNvPr>
          <p:cNvSpPr>
            <a:spLocks xmlns:a="http://schemas.openxmlformats.org/drawingml/2006/main" noGrp="1"/>
          </p:cNvSpPr>
          <p:nvPr/>
        </p:nvSpPr>
        <p:spPr>
          <a:xfrm xmlns:a="http://schemas.openxmlformats.org/drawingml/2006/main">
            <a:off x="723900" y="6553200"/>
            <a:ext cx="10744200" cy="38100"/>
          </a:xfrm>
          <a:prstGeom xmlns:a="http://schemas.openxmlformats.org/drawingml/2006/main" prst="rect">
            <a:avLst/>
          </a:prstGeom>
          <a:solidFill xmlns:a="http://schemas.openxmlformats.org/drawingml/2006/main">
            <a:srgbClr val="22C3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BCE46F2-DFA5-4CE9-BBE6-8E2262D64DB7}"/>
              </a:ext>
            </a:extLst>
          </p:cNvPr>
          <p:cNvSpPr>
            <a:spLocks xmlns:a="http://schemas.openxmlformats.org/drawingml/2006/main" noGrp="1"/>
          </p:cNvSpPr>
          <p:nvPr/>
        </p:nvSpPr>
        <p:spPr>
          <a:xfrm xmlns:a="http://schemas.openxmlformats.org/drawingml/2006/main">
            <a:off x="723900" y="10001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2700" b="1">
                <a:solidFill>
                  <a:srgbClr val="10243A"/>
                </a:solidFill>
              </a:defRPr>
            </a:lvl1pPr>
            <a:lvl2pPr>
              <a:buNone/>
              <a:defRPr sz="2700" b="1">
                <a:solidFill>
                  <a:srgbClr val="10243A"/>
                </a:solidFill>
              </a:defRPr>
            </a:lvl2pPr>
            <a:lvl3pPr>
              <a:buNone/>
              <a:defRPr sz="2700" b="1">
                <a:solidFill>
                  <a:srgbClr val="10243A"/>
                </a:solidFill>
              </a:defRPr>
            </a:lvl3pPr>
            <a:lvl4pPr>
              <a:buNone/>
              <a:defRPr sz="2700" b="1">
                <a:solidFill>
                  <a:srgbClr val="10243A"/>
                </a:solidFill>
              </a:defRPr>
            </a:lvl4pPr>
            <a:lvl5pPr>
              <a:buNone/>
              <a:defRPr sz="2700" b="1">
                <a:solidFill>
                  <a:srgbClr val="10243A"/>
                </a:solidFill>
              </a:defRPr>
            </a:lvl5pPr>
            <a:lvl6pPr>
              <a:buNone/>
              <a:defRPr sz="2700" b="1">
                <a:solidFill>
                  <a:srgbClr val="10243A"/>
                </a:solidFill>
              </a:defRPr>
            </a:lvl6pPr>
            <a:lvl7pPr>
              <a:buNone/>
              <a:defRPr sz="2700" b="1">
                <a:solidFill>
                  <a:srgbClr val="10243A"/>
                </a:solidFill>
              </a:defRPr>
            </a:lvl7pPr>
            <a:lvl8pPr>
              <a:buNone/>
              <a:defRPr sz="2700" b="1">
                <a:solidFill>
                  <a:srgbClr val="10243A"/>
                </a:solidFill>
              </a:defRPr>
            </a:lvl8pPr>
            <a:lvl9pPr>
              <a:buNone/>
              <a:defRPr sz="2700" b="1">
                <a:solidFill>
                  <a:srgbClr val="10243A"/>
                </a:solidFill>
              </a:defRPr>
            </a:lvl9pPr>
          </a:lstStyle>
          <a:p xmlns:a="http://schemas.openxmlformats.org/drawingml/2006/main">
            <a:pPr>
              <a:buNone/>
              <a:defRPr sz="2700" b="1">
                <a:solidFill>
                  <a:srgbClr val="10243A"/>
                </a:solidFill>
              </a:defRPr>
            </a:pPr>
            <a:r>
              <a:rPr sz="2700" b="1">
                <a:solidFill>
                  <a:srgbClr val="10243A"/>
                </a:solidFill>
              </a:rPr>
              <a:t>Why this topic matters</a:t>
            </a:r>
          </a:p>
        </p:txBody>
      </p:sp>
      <p:sp>
        <p:nvSpPr>
          <p:cNvPr id="5" name="">
            <a:extLst xmlns:a="http://schemas.openxmlformats.org/drawingml/2006/main">
              <a:ext uri="{FF2B5EF4-FFF2-40B4-BE49-F238E27FC236}">
                <a16:creationId xmlns:a16="http://schemas.microsoft.com/office/drawing/2014/main" id="{A5F75852-56A6-4388-8297-674574080D5E}"/>
              </a:ext>
            </a:extLst>
          </p:cNvPr>
          <p:cNvSpPr>
            <a:spLocks xmlns:a="http://schemas.openxmlformats.org/drawingml/2006/main" noGrp="1"/>
          </p:cNvSpPr>
          <p:nvPr/>
        </p:nvSpPr>
        <p:spPr>
          <a:xfrm xmlns:a="http://schemas.openxmlformats.org/drawingml/2006/main">
            <a:off x="790575" y="2333625"/>
            <a:ext cx="114300" cy="114300"/>
          </a:xfrm>
          <a:prstGeom xmlns:a="http://schemas.openxmlformats.org/drawingml/2006/main" prst="ellipse">
            <a:avLst/>
          </a:prstGeom>
          <a:solidFill xmlns:a="http://schemas.openxmlformats.org/drawingml/2006/main">
            <a:srgbClr val="00A88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54FF70C-DA23-4280-B5E4-C7DF401C7D92}"/>
              </a:ext>
            </a:extLst>
          </p:cNvPr>
          <p:cNvSpPr>
            <a:spLocks xmlns:a="http://schemas.openxmlformats.org/drawingml/2006/main" noGrp="1"/>
          </p:cNvSpPr>
          <p:nvPr/>
        </p:nvSpPr>
        <p:spPr>
          <a:xfrm xmlns:a="http://schemas.openxmlformats.org/drawingml/2006/main">
            <a:off x="1123950" y="2238375"/>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575" b="0">
                <a:solidFill>
                  <a:srgbClr val="24374B"/>
                </a:solidFill>
              </a:defRPr>
            </a:lvl1pPr>
            <a:lvl2pPr>
              <a:buNone/>
              <a:defRPr sz="1575" b="0">
                <a:solidFill>
                  <a:srgbClr val="24374B"/>
                </a:solidFill>
              </a:defRPr>
            </a:lvl2pPr>
            <a:lvl3pPr>
              <a:buNone/>
              <a:defRPr sz="1575" b="0">
                <a:solidFill>
                  <a:srgbClr val="24374B"/>
                </a:solidFill>
              </a:defRPr>
            </a:lvl3pPr>
            <a:lvl4pPr>
              <a:buNone/>
              <a:defRPr sz="1575" b="0">
                <a:solidFill>
                  <a:srgbClr val="24374B"/>
                </a:solidFill>
              </a:defRPr>
            </a:lvl4pPr>
            <a:lvl5pPr>
              <a:buNone/>
              <a:defRPr sz="1575" b="0">
                <a:solidFill>
                  <a:srgbClr val="24374B"/>
                </a:solidFill>
              </a:defRPr>
            </a:lvl5pPr>
            <a:lvl6pPr>
              <a:buNone/>
              <a:defRPr sz="1575" b="0">
                <a:solidFill>
                  <a:srgbClr val="24374B"/>
                </a:solidFill>
              </a:defRPr>
            </a:lvl6pPr>
            <a:lvl7pPr>
              <a:buNone/>
              <a:defRPr sz="1575" b="0">
                <a:solidFill>
                  <a:srgbClr val="24374B"/>
                </a:solidFill>
              </a:defRPr>
            </a:lvl7pPr>
            <a:lvl8pPr>
              <a:buNone/>
              <a:defRPr sz="1575" b="0">
                <a:solidFill>
                  <a:srgbClr val="24374B"/>
                </a:solidFill>
              </a:defRPr>
            </a:lvl8pPr>
            <a:lvl9pPr>
              <a:buNone/>
              <a:defRPr sz="1575" b="0">
                <a:solidFill>
                  <a:srgbClr val="24374B"/>
                </a:solidFill>
              </a:defRPr>
            </a:lvl9pPr>
          </a:lstStyle>
          <a:p xmlns:a="http://schemas.openxmlformats.org/drawingml/2006/main">
            <a:pPr>
              <a:buNone/>
              <a:defRPr sz="1575" b="0">
                <a:solidFill>
                  <a:srgbClr val="24374B"/>
                </a:solidFill>
              </a:defRPr>
            </a:pPr>
            <a:r>
              <a:rPr sz="1575" b="0">
                <a:solidFill>
                  <a:srgbClr val="24374B"/>
                </a:solidFill>
              </a:rPr>
              <a:t>Digital products increasingly rely on software-assisted work.</a:t>
            </a:r>
          </a:p>
        </p:txBody>
      </p:sp>
      <p:sp>
        <p:nvSpPr>
          <p:cNvPr id="7" name="">
            <a:extLst xmlns:a="http://schemas.openxmlformats.org/drawingml/2006/main">
              <a:ext uri="{FF2B5EF4-FFF2-40B4-BE49-F238E27FC236}">
                <a16:creationId xmlns:a16="http://schemas.microsoft.com/office/drawing/2014/main" id="{8AE51A22-1958-4885-A70D-EA493A61C0E6}"/>
              </a:ext>
            </a:extLst>
          </p:cNvPr>
          <p:cNvSpPr>
            <a:spLocks xmlns:a="http://schemas.openxmlformats.org/drawingml/2006/main" noGrp="1"/>
          </p:cNvSpPr>
          <p:nvPr/>
        </p:nvSpPr>
        <p:spPr>
          <a:xfrm xmlns:a="http://schemas.openxmlformats.org/drawingml/2006/main">
            <a:off x="790575" y="3057525"/>
            <a:ext cx="114300" cy="114300"/>
          </a:xfrm>
          <a:prstGeom xmlns:a="http://schemas.openxmlformats.org/drawingml/2006/main" prst="ellipse">
            <a:avLst/>
          </a:prstGeom>
          <a:solidFill xmlns:a="http://schemas.openxmlformats.org/drawingml/2006/main">
            <a:srgbClr val="00A88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C0A60AE-C081-4C37-9A61-9995F44BF270}"/>
              </a:ext>
            </a:extLst>
          </p:cNvPr>
          <p:cNvSpPr>
            <a:spLocks xmlns:a="http://schemas.openxmlformats.org/drawingml/2006/main" noGrp="1"/>
          </p:cNvSpPr>
          <p:nvPr/>
        </p:nvSpPr>
        <p:spPr>
          <a:xfrm xmlns:a="http://schemas.openxmlformats.org/drawingml/2006/main">
            <a:off x="1123950" y="2962275"/>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575" b="0">
                <a:solidFill>
                  <a:srgbClr val="24374B"/>
                </a:solidFill>
              </a:defRPr>
            </a:lvl1pPr>
            <a:lvl2pPr>
              <a:buNone/>
              <a:defRPr sz="1575" b="0">
                <a:solidFill>
                  <a:srgbClr val="24374B"/>
                </a:solidFill>
              </a:defRPr>
            </a:lvl2pPr>
            <a:lvl3pPr>
              <a:buNone/>
              <a:defRPr sz="1575" b="0">
                <a:solidFill>
                  <a:srgbClr val="24374B"/>
                </a:solidFill>
              </a:defRPr>
            </a:lvl3pPr>
            <a:lvl4pPr>
              <a:buNone/>
              <a:defRPr sz="1575" b="0">
                <a:solidFill>
                  <a:srgbClr val="24374B"/>
                </a:solidFill>
              </a:defRPr>
            </a:lvl4pPr>
            <a:lvl5pPr>
              <a:buNone/>
              <a:defRPr sz="1575" b="0">
                <a:solidFill>
                  <a:srgbClr val="24374B"/>
                </a:solidFill>
              </a:defRPr>
            </a:lvl5pPr>
            <a:lvl6pPr>
              <a:buNone/>
              <a:defRPr sz="1575" b="0">
                <a:solidFill>
                  <a:srgbClr val="24374B"/>
                </a:solidFill>
              </a:defRPr>
            </a:lvl6pPr>
            <a:lvl7pPr>
              <a:buNone/>
              <a:defRPr sz="1575" b="0">
                <a:solidFill>
                  <a:srgbClr val="24374B"/>
                </a:solidFill>
              </a:defRPr>
            </a:lvl7pPr>
            <a:lvl8pPr>
              <a:buNone/>
              <a:defRPr sz="1575" b="0">
                <a:solidFill>
                  <a:srgbClr val="24374B"/>
                </a:solidFill>
              </a:defRPr>
            </a:lvl8pPr>
            <a:lvl9pPr>
              <a:buNone/>
              <a:defRPr sz="1575" b="0">
                <a:solidFill>
                  <a:srgbClr val="24374B"/>
                </a:solidFill>
              </a:defRPr>
            </a:lvl9pPr>
          </a:lstStyle>
          <a:p xmlns:a="http://schemas.openxmlformats.org/drawingml/2006/main">
            <a:pPr>
              <a:buNone/>
              <a:defRPr sz="1575" b="0">
                <a:solidFill>
                  <a:srgbClr val="24374B"/>
                </a:solidFill>
              </a:defRPr>
            </a:pPr>
            <a:r>
              <a:rPr sz="1575" b="0">
                <a:solidFill>
                  <a:srgbClr val="24374B"/>
                </a:solidFill>
              </a:rPr>
              <a:t>AI can generate and transform content, including code.</a:t>
            </a:r>
          </a:p>
        </p:txBody>
      </p:sp>
      <p:sp>
        <p:nvSpPr>
          <p:cNvPr id="9" name="">
            <a:extLst xmlns:a="http://schemas.openxmlformats.org/drawingml/2006/main">
              <a:ext uri="{FF2B5EF4-FFF2-40B4-BE49-F238E27FC236}">
                <a16:creationId xmlns:a16="http://schemas.microsoft.com/office/drawing/2014/main" id="{0D1B8C16-4B50-4897-8E6C-93628B375085}"/>
              </a:ext>
            </a:extLst>
          </p:cNvPr>
          <p:cNvSpPr>
            <a:spLocks xmlns:a="http://schemas.openxmlformats.org/drawingml/2006/main" noGrp="1"/>
          </p:cNvSpPr>
          <p:nvPr/>
        </p:nvSpPr>
        <p:spPr>
          <a:xfrm xmlns:a="http://schemas.openxmlformats.org/drawingml/2006/main">
            <a:off x="790575" y="3781425"/>
            <a:ext cx="114300" cy="114300"/>
          </a:xfrm>
          <a:prstGeom xmlns:a="http://schemas.openxmlformats.org/drawingml/2006/main" prst="ellipse">
            <a:avLst/>
          </a:prstGeom>
          <a:solidFill xmlns:a="http://schemas.openxmlformats.org/drawingml/2006/main">
            <a:srgbClr val="00A88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976CFED-27DB-4677-AB3A-61FC319EE3AE}"/>
              </a:ext>
            </a:extLst>
          </p:cNvPr>
          <p:cNvSpPr>
            <a:spLocks xmlns:a="http://schemas.openxmlformats.org/drawingml/2006/main" noGrp="1"/>
          </p:cNvSpPr>
          <p:nvPr/>
        </p:nvSpPr>
        <p:spPr>
          <a:xfrm xmlns:a="http://schemas.openxmlformats.org/drawingml/2006/main">
            <a:off x="1123950" y="3686175"/>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575" b="0">
                <a:solidFill>
                  <a:srgbClr val="24374B"/>
                </a:solidFill>
              </a:defRPr>
            </a:lvl1pPr>
            <a:lvl2pPr>
              <a:buNone/>
              <a:defRPr sz="1575" b="0">
                <a:solidFill>
                  <a:srgbClr val="24374B"/>
                </a:solidFill>
              </a:defRPr>
            </a:lvl2pPr>
            <a:lvl3pPr>
              <a:buNone/>
              <a:defRPr sz="1575" b="0">
                <a:solidFill>
                  <a:srgbClr val="24374B"/>
                </a:solidFill>
              </a:defRPr>
            </a:lvl3pPr>
            <a:lvl4pPr>
              <a:buNone/>
              <a:defRPr sz="1575" b="0">
                <a:solidFill>
                  <a:srgbClr val="24374B"/>
                </a:solidFill>
              </a:defRPr>
            </a:lvl4pPr>
            <a:lvl5pPr>
              <a:buNone/>
              <a:defRPr sz="1575" b="0">
                <a:solidFill>
                  <a:srgbClr val="24374B"/>
                </a:solidFill>
              </a:defRPr>
            </a:lvl5pPr>
            <a:lvl6pPr>
              <a:buNone/>
              <a:defRPr sz="1575" b="0">
                <a:solidFill>
                  <a:srgbClr val="24374B"/>
                </a:solidFill>
              </a:defRPr>
            </a:lvl6pPr>
            <a:lvl7pPr>
              <a:buNone/>
              <a:defRPr sz="1575" b="0">
                <a:solidFill>
                  <a:srgbClr val="24374B"/>
                </a:solidFill>
              </a:defRPr>
            </a:lvl7pPr>
            <a:lvl8pPr>
              <a:buNone/>
              <a:defRPr sz="1575" b="0">
                <a:solidFill>
                  <a:srgbClr val="24374B"/>
                </a:solidFill>
              </a:defRPr>
            </a:lvl8pPr>
            <a:lvl9pPr>
              <a:buNone/>
              <a:defRPr sz="1575" b="0">
                <a:solidFill>
                  <a:srgbClr val="24374B"/>
                </a:solidFill>
              </a:defRPr>
            </a:lvl9pPr>
          </a:lstStyle>
          <a:p xmlns:a="http://schemas.openxmlformats.org/drawingml/2006/main">
            <a:pPr>
              <a:buNone/>
              <a:defRPr sz="1575" b="0">
                <a:solidFill>
                  <a:srgbClr val="24374B"/>
                </a:solidFill>
              </a:defRPr>
            </a:pPr>
            <a:r>
              <a:rPr sz="1575" b="0">
                <a:solidFill>
                  <a:srgbClr val="24374B"/>
                </a:solidFill>
              </a:rPr>
              <a:t>Useful results still depend on context, review, and sound engineering.</a:t>
            </a:r>
          </a:p>
        </p:txBody>
      </p:sp>
    </p:spTree>
    <p:extLst>
      <p:ext uri="{BB962C8B-B14F-4D97-AF65-F5344CB8AC3E}">
        <p14:creationId xmlns:p14="http://schemas.microsoft.com/office/powerpoint/2010/main" val="1103335539"/>
      </p:ext>
    </p:extLst>
  </p:cSld>
</p:sld>
</file>

<file path=ppt/slides/slide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AD8CE8C-92A8-4B7F-B6DB-9BF3091534C4}"/>
              </a:ext>
            </a:extLst>
          </p:cNvPr>
          <p:cNvSpPr>
            <a:spLocks xmlns:a="http://schemas.openxmlformats.org/drawingml/2006/main" noGrp="1"/>
          </p:cNvSpPr>
          <p:nvPr/>
        </p:nvSpPr>
        <p:spPr>
          <a:xfrm xmlns:a="http://schemas.openxmlformats.org/drawingml/2006/main">
            <a:off x="723900" y="45720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975" b="1">
                <a:solidFill>
                  <a:srgbClr val="52647A"/>
                </a:solidFill>
              </a:defRPr>
            </a:lvl1pPr>
            <a:lvl2pPr>
              <a:buNone/>
              <a:defRPr sz="975" b="1">
                <a:solidFill>
                  <a:srgbClr val="52647A"/>
                </a:solidFill>
              </a:defRPr>
            </a:lvl2pPr>
            <a:lvl3pPr>
              <a:buNone/>
              <a:defRPr sz="975" b="1">
                <a:solidFill>
                  <a:srgbClr val="52647A"/>
                </a:solidFill>
              </a:defRPr>
            </a:lvl3pPr>
            <a:lvl4pPr>
              <a:buNone/>
              <a:defRPr sz="975" b="1">
                <a:solidFill>
                  <a:srgbClr val="52647A"/>
                </a:solidFill>
              </a:defRPr>
            </a:lvl4pPr>
            <a:lvl5pPr>
              <a:buNone/>
              <a:defRPr sz="975" b="1">
                <a:solidFill>
                  <a:srgbClr val="52647A"/>
                </a:solidFill>
              </a:defRPr>
            </a:lvl5pPr>
            <a:lvl6pPr>
              <a:buNone/>
              <a:defRPr sz="975" b="1">
                <a:solidFill>
                  <a:srgbClr val="52647A"/>
                </a:solidFill>
              </a:defRPr>
            </a:lvl6pPr>
            <a:lvl7pPr>
              <a:buNone/>
              <a:defRPr sz="975" b="1">
                <a:solidFill>
                  <a:srgbClr val="52647A"/>
                </a:solidFill>
              </a:defRPr>
            </a:lvl7pPr>
            <a:lvl8pPr>
              <a:buNone/>
              <a:defRPr sz="975" b="1">
                <a:solidFill>
                  <a:srgbClr val="52647A"/>
                </a:solidFill>
              </a:defRPr>
            </a:lvl8pPr>
            <a:lvl9pPr>
              <a:buNone/>
              <a:defRPr sz="975" b="1">
                <a:solidFill>
                  <a:srgbClr val="52647A"/>
                </a:solidFill>
              </a:defRPr>
            </a:lvl9pPr>
          </a:lstStyle>
          <a:p xmlns:a="http://schemas.openxmlformats.org/drawingml/2006/main">
            <a:pPr>
              <a:buNone/>
              <a:defRPr sz="975" b="1">
                <a:solidFill>
                  <a:srgbClr val="52647A"/>
                </a:solidFill>
              </a:defRPr>
            </a:pPr>
            <a:r>
              <a:rPr sz="975" b="1">
                <a:solidFill>
                  <a:srgbClr val="52647A"/>
                </a:solidFill>
              </a:rPr>
              <a:t>GENERATIVE AI IN SOFTWARE DEVELOPMENT</a:t>
            </a:r>
          </a:p>
        </p:txBody>
      </p:sp>
      <p:sp>
        <p:nvSpPr>
          <p:cNvPr id="2" name="">
            <a:extLst xmlns:a="http://schemas.openxmlformats.org/drawingml/2006/main">
              <a:ext uri="{FF2B5EF4-FFF2-40B4-BE49-F238E27FC236}">
                <a16:creationId xmlns:a16="http://schemas.microsoft.com/office/drawing/2014/main" id="{C59814E2-61C9-49BA-A9DE-2A91FCEFAA35}"/>
              </a:ext>
            </a:extLst>
          </p:cNvPr>
          <p:cNvSpPr>
            <a:spLocks xmlns:a="http://schemas.openxmlformats.org/drawingml/2006/main" noGrp="1"/>
          </p:cNvSpPr>
          <p:nvPr/>
        </p:nvSpPr>
        <p:spPr>
          <a:xfrm xmlns:a="http://schemas.openxmlformats.org/drawingml/2006/main">
            <a:off x="10477500" y="6257925"/>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900" b="0">
                <a:solidFill>
                  <a:srgbClr val="718096"/>
                </a:solidFill>
              </a:defRPr>
            </a:lvl1pPr>
            <a:lvl2pPr>
              <a:buNone/>
              <a:defRPr sz="900" b="0">
                <a:solidFill>
                  <a:srgbClr val="718096"/>
                </a:solidFill>
              </a:defRPr>
            </a:lvl2pPr>
            <a:lvl3pPr>
              <a:buNone/>
              <a:defRPr sz="900" b="0">
                <a:solidFill>
                  <a:srgbClr val="718096"/>
                </a:solidFill>
              </a:defRPr>
            </a:lvl3pPr>
            <a:lvl4pPr>
              <a:buNone/>
              <a:defRPr sz="900" b="0">
                <a:solidFill>
                  <a:srgbClr val="718096"/>
                </a:solidFill>
              </a:defRPr>
            </a:lvl4pPr>
            <a:lvl5pPr>
              <a:buNone/>
              <a:defRPr sz="900" b="0">
                <a:solidFill>
                  <a:srgbClr val="718096"/>
                </a:solidFill>
              </a:defRPr>
            </a:lvl5pPr>
            <a:lvl6pPr>
              <a:buNone/>
              <a:defRPr sz="900" b="0">
                <a:solidFill>
                  <a:srgbClr val="718096"/>
                </a:solidFill>
              </a:defRPr>
            </a:lvl6pPr>
            <a:lvl7pPr>
              <a:buNone/>
              <a:defRPr sz="900" b="0">
                <a:solidFill>
                  <a:srgbClr val="718096"/>
                </a:solidFill>
              </a:defRPr>
            </a:lvl7pPr>
            <a:lvl8pPr>
              <a:buNone/>
              <a:defRPr sz="900" b="0">
                <a:solidFill>
                  <a:srgbClr val="718096"/>
                </a:solidFill>
              </a:defRPr>
            </a:lvl8pPr>
            <a:lvl9pPr>
              <a:buNone/>
              <a:defRPr sz="900" b="0">
                <a:solidFill>
                  <a:srgbClr val="718096"/>
                </a:solidFill>
              </a:defRPr>
            </a:lvl9pPr>
          </a:lstStyle>
          <a:p xmlns:a="http://schemas.openxmlformats.org/drawingml/2006/main">
            <a:pPr>
              <a:buNone/>
              <a:defRPr sz="900" b="0">
                <a:solidFill>
                  <a:srgbClr val="718096"/>
                </a:solidFill>
              </a:defRPr>
            </a:pPr>
            <a:r>
              <a:rPr sz="900" b="0">
                <a:solidFill>
                  <a:srgbClr val="718096"/>
                </a:solidFill>
              </a:rPr>
              <a:t>04 / 10</a:t>
            </a:r>
          </a:p>
        </p:txBody>
      </p:sp>
      <p:sp>
        <p:nvSpPr>
          <p:cNvPr id="3" name="">
            <a:extLst xmlns:a="http://schemas.openxmlformats.org/drawingml/2006/main">
              <a:ext uri="{FF2B5EF4-FFF2-40B4-BE49-F238E27FC236}">
                <a16:creationId xmlns:a16="http://schemas.microsoft.com/office/drawing/2014/main" id="{B72AFF32-98CE-4605-9A53-EA75BE133261}"/>
              </a:ext>
            </a:extLst>
          </p:cNvPr>
          <p:cNvSpPr>
            <a:spLocks xmlns:a="http://schemas.openxmlformats.org/drawingml/2006/main" noGrp="1"/>
          </p:cNvSpPr>
          <p:nvPr/>
        </p:nvSpPr>
        <p:spPr>
          <a:xfrm xmlns:a="http://schemas.openxmlformats.org/drawingml/2006/main">
            <a:off x="723900" y="6553200"/>
            <a:ext cx="10744200" cy="38100"/>
          </a:xfrm>
          <a:prstGeom xmlns:a="http://schemas.openxmlformats.org/drawingml/2006/main" prst="rect">
            <a:avLst/>
          </a:prstGeom>
          <a:solidFill xmlns:a="http://schemas.openxmlformats.org/drawingml/2006/main">
            <a:srgbClr val="22C3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9863E94-FE47-4002-B959-73608E443744}"/>
              </a:ext>
            </a:extLst>
          </p:cNvPr>
          <p:cNvSpPr>
            <a:spLocks xmlns:a="http://schemas.openxmlformats.org/drawingml/2006/main" noGrp="1"/>
          </p:cNvSpPr>
          <p:nvPr/>
        </p:nvSpPr>
        <p:spPr>
          <a:xfrm xmlns:a="http://schemas.openxmlformats.org/drawingml/2006/main">
            <a:off x="723900" y="10001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2700" b="1">
                <a:solidFill>
                  <a:srgbClr val="10243A"/>
                </a:solidFill>
              </a:defRPr>
            </a:lvl1pPr>
            <a:lvl2pPr>
              <a:buNone/>
              <a:defRPr sz="2700" b="1">
                <a:solidFill>
                  <a:srgbClr val="10243A"/>
                </a:solidFill>
              </a:defRPr>
            </a:lvl2pPr>
            <a:lvl3pPr>
              <a:buNone/>
              <a:defRPr sz="2700" b="1">
                <a:solidFill>
                  <a:srgbClr val="10243A"/>
                </a:solidFill>
              </a:defRPr>
            </a:lvl3pPr>
            <a:lvl4pPr>
              <a:buNone/>
              <a:defRPr sz="2700" b="1">
                <a:solidFill>
                  <a:srgbClr val="10243A"/>
                </a:solidFill>
              </a:defRPr>
            </a:lvl4pPr>
            <a:lvl5pPr>
              <a:buNone/>
              <a:defRPr sz="2700" b="1">
                <a:solidFill>
                  <a:srgbClr val="10243A"/>
                </a:solidFill>
              </a:defRPr>
            </a:lvl5pPr>
            <a:lvl6pPr>
              <a:buNone/>
              <a:defRPr sz="2700" b="1">
                <a:solidFill>
                  <a:srgbClr val="10243A"/>
                </a:solidFill>
              </a:defRPr>
            </a:lvl6pPr>
            <a:lvl7pPr>
              <a:buNone/>
              <a:defRPr sz="2700" b="1">
                <a:solidFill>
                  <a:srgbClr val="10243A"/>
                </a:solidFill>
              </a:defRPr>
            </a:lvl7pPr>
            <a:lvl8pPr>
              <a:buNone/>
              <a:defRPr sz="2700" b="1">
                <a:solidFill>
                  <a:srgbClr val="10243A"/>
                </a:solidFill>
              </a:defRPr>
            </a:lvl8pPr>
            <a:lvl9pPr>
              <a:buNone/>
              <a:defRPr sz="2700" b="1">
                <a:solidFill>
                  <a:srgbClr val="10243A"/>
                </a:solidFill>
              </a:defRPr>
            </a:lvl9pPr>
          </a:lstStyle>
          <a:p xmlns:a="http://schemas.openxmlformats.org/drawingml/2006/main">
            <a:pPr>
              <a:buNone/>
              <a:defRPr sz="2700" b="1">
                <a:solidFill>
                  <a:srgbClr val="10243A"/>
                </a:solidFill>
              </a:defRPr>
            </a:pPr>
            <a:r>
              <a:rPr sz="2700" b="1">
                <a:solidFill>
                  <a:srgbClr val="10243A"/>
                </a:solidFill>
              </a:rPr>
              <a:t>How the technology works</a:t>
            </a:r>
          </a:p>
        </p:txBody>
      </p:sp>
      <p:sp>
        <p:nvSpPr>
          <p:cNvPr id="5" name="">
            <a:extLst xmlns:a="http://schemas.openxmlformats.org/drawingml/2006/main">
              <a:ext uri="{FF2B5EF4-FFF2-40B4-BE49-F238E27FC236}">
                <a16:creationId xmlns:a16="http://schemas.microsoft.com/office/drawing/2014/main" id="{ED72C607-5A46-46DD-BF85-94F100BFF151}"/>
              </a:ext>
            </a:extLst>
          </p:cNvPr>
          <p:cNvSpPr>
            <a:spLocks xmlns:a="http://schemas.openxmlformats.org/drawingml/2006/main" noGrp="1"/>
          </p:cNvSpPr>
          <p:nvPr/>
        </p:nvSpPr>
        <p:spPr>
          <a:xfrm xmlns:a="http://schemas.openxmlformats.org/drawingml/2006/main">
            <a:off x="790575" y="2333625"/>
            <a:ext cx="114300" cy="114300"/>
          </a:xfrm>
          <a:prstGeom xmlns:a="http://schemas.openxmlformats.org/drawingml/2006/main" prst="ellipse">
            <a:avLst/>
          </a:prstGeom>
          <a:solidFill xmlns:a="http://schemas.openxmlformats.org/drawingml/2006/main">
            <a:srgbClr val="00A88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6E48670-2FBC-4A5B-8FEF-5C986E78C7BE}"/>
              </a:ext>
            </a:extLst>
          </p:cNvPr>
          <p:cNvSpPr>
            <a:spLocks xmlns:a="http://schemas.openxmlformats.org/drawingml/2006/main" noGrp="1"/>
          </p:cNvSpPr>
          <p:nvPr/>
        </p:nvSpPr>
        <p:spPr>
          <a:xfrm xmlns:a="http://schemas.openxmlformats.org/drawingml/2006/main">
            <a:off x="1123950" y="2238375"/>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575" b="0">
                <a:solidFill>
                  <a:srgbClr val="24374B"/>
                </a:solidFill>
              </a:defRPr>
            </a:lvl1pPr>
            <a:lvl2pPr>
              <a:buNone/>
              <a:defRPr sz="1575" b="0">
                <a:solidFill>
                  <a:srgbClr val="24374B"/>
                </a:solidFill>
              </a:defRPr>
            </a:lvl2pPr>
            <a:lvl3pPr>
              <a:buNone/>
              <a:defRPr sz="1575" b="0">
                <a:solidFill>
                  <a:srgbClr val="24374B"/>
                </a:solidFill>
              </a:defRPr>
            </a:lvl3pPr>
            <a:lvl4pPr>
              <a:buNone/>
              <a:defRPr sz="1575" b="0">
                <a:solidFill>
                  <a:srgbClr val="24374B"/>
                </a:solidFill>
              </a:defRPr>
            </a:lvl4pPr>
            <a:lvl5pPr>
              <a:buNone/>
              <a:defRPr sz="1575" b="0">
                <a:solidFill>
                  <a:srgbClr val="24374B"/>
                </a:solidFill>
              </a:defRPr>
            </a:lvl5pPr>
            <a:lvl6pPr>
              <a:buNone/>
              <a:defRPr sz="1575" b="0">
                <a:solidFill>
                  <a:srgbClr val="24374B"/>
                </a:solidFill>
              </a:defRPr>
            </a:lvl6pPr>
            <a:lvl7pPr>
              <a:buNone/>
              <a:defRPr sz="1575" b="0">
                <a:solidFill>
                  <a:srgbClr val="24374B"/>
                </a:solidFill>
              </a:defRPr>
            </a:lvl7pPr>
            <a:lvl8pPr>
              <a:buNone/>
              <a:defRPr sz="1575" b="0">
                <a:solidFill>
                  <a:srgbClr val="24374B"/>
                </a:solidFill>
              </a:defRPr>
            </a:lvl8pPr>
            <a:lvl9pPr>
              <a:buNone/>
              <a:defRPr sz="1575" b="0">
                <a:solidFill>
                  <a:srgbClr val="24374B"/>
                </a:solidFill>
              </a:defRPr>
            </a:lvl9pPr>
          </a:lstStyle>
          <a:p xmlns:a="http://schemas.openxmlformats.org/drawingml/2006/main">
            <a:pPr>
              <a:buNone/>
              <a:defRPr sz="1575" b="0">
                <a:solidFill>
                  <a:srgbClr val="24374B"/>
                </a:solidFill>
              </a:defRPr>
            </a:pPr>
            <a:r>
              <a:rPr sz="1575" b="0">
                <a:solidFill>
                  <a:srgbClr val="24374B"/>
                </a:solidFill>
              </a:rPr>
              <a:t>A model learns statistical patterns from training examples.</a:t>
            </a:r>
          </a:p>
        </p:txBody>
      </p:sp>
      <p:sp>
        <p:nvSpPr>
          <p:cNvPr id="7" name="">
            <a:extLst xmlns:a="http://schemas.openxmlformats.org/drawingml/2006/main">
              <a:ext uri="{FF2B5EF4-FFF2-40B4-BE49-F238E27FC236}">
                <a16:creationId xmlns:a16="http://schemas.microsoft.com/office/drawing/2014/main" id="{9E5F4A14-BE65-4883-9085-08D700AB7ABF}"/>
              </a:ext>
            </a:extLst>
          </p:cNvPr>
          <p:cNvSpPr>
            <a:spLocks xmlns:a="http://schemas.openxmlformats.org/drawingml/2006/main" noGrp="1"/>
          </p:cNvSpPr>
          <p:nvPr/>
        </p:nvSpPr>
        <p:spPr>
          <a:xfrm xmlns:a="http://schemas.openxmlformats.org/drawingml/2006/main">
            <a:off x="790575" y="3057525"/>
            <a:ext cx="114300" cy="114300"/>
          </a:xfrm>
          <a:prstGeom xmlns:a="http://schemas.openxmlformats.org/drawingml/2006/main" prst="ellipse">
            <a:avLst/>
          </a:prstGeom>
          <a:solidFill xmlns:a="http://schemas.openxmlformats.org/drawingml/2006/main">
            <a:srgbClr val="00A88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EB9E7D8-272D-49F8-A12D-2795DFD94D5D}"/>
              </a:ext>
            </a:extLst>
          </p:cNvPr>
          <p:cNvSpPr>
            <a:spLocks xmlns:a="http://schemas.openxmlformats.org/drawingml/2006/main" noGrp="1"/>
          </p:cNvSpPr>
          <p:nvPr/>
        </p:nvSpPr>
        <p:spPr>
          <a:xfrm xmlns:a="http://schemas.openxmlformats.org/drawingml/2006/main">
            <a:off x="1123950" y="2962275"/>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575" b="0">
                <a:solidFill>
                  <a:srgbClr val="24374B"/>
                </a:solidFill>
              </a:defRPr>
            </a:lvl1pPr>
            <a:lvl2pPr>
              <a:buNone/>
              <a:defRPr sz="1575" b="0">
                <a:solidFill>
                  <a:srgbClr val="24374B"/>
                </a:solidFill>
              </a:defRPr>
            </a:lvl2pPr>
            <a:lvl3pPr>
              <a:buNone/>
              <a:defRPr sz="1575" b="0">
                <a:solidFill>
                  <a:srgbClr val="24374B"/>
                </a:solidFill>
              </a:defRPr>
            </a:lvl3pPr>
            <a:lvl4pPr>
              <a:buNone/>
              <a:defRPr sz="1575" b="0">
                <a:solidFill>
                  <a:srgbClr val="24374B"/>
                </a:solidFill>
              </a:defRPr>
            </a:lvl4pPr>
            <a:lvl5pPr>
              <a:buNone/>
              <a:defRPr sz="1575" b="0">
                <a:solidFill>
                  <a:srgbClr val="24374B"/>
                </a:solidFill>
              </a:defRPr>
            </a:lvl5pPr>
            <a:lvl6pPr>
              <a:buNone/>
              <a:defRPr sz="1575" b="0">
                <a:solidFill>
                  <a:srgbClr val="24374B"/>
                </a:solidFill>
              </a:defRPr>
            </a:lvl6pPr>
            <a:lvl7pPr>
              <a:buNone/>
              <a:defRPr sz="1575" b="0">
                <a:solidFill>
                  <a:srgbClr val="24374B"/>
                </a:solidFill>
              </a:defRPr>
            </a:lvl7pPr>
            <a:lvl8pPr>
              <a:buNone/>
              <a:defRPr sz="1575" b="0">
                <a:solidFill>
                  <a:srgbClr val="24374B"/>
                </a:solidFill>
              </a:defRPr>
            </a:lvl8pPr>
            <a:lvl9pPr>
              <a:buNone/>
              <a:defRPr sz="1575" b="0">
                <a:solidFill>
                  <a:srgbClr val="24374B"/>
                </a:solidFill>
              </a:defRPr>
            </a:lvl9pPr>
          </a:lstStyle>
          <a:p xmlns:a="http://schemas.openxmlformats.org/drawingml/2006/main">
            <a:pPr>
              <a:buNone/>
              <a:defRPr sz="1575" b="0">
                <a:solidFill>
                  <a:srgbClr val="24374B"/>
                </a:solidFill>
              </a:defRPr>
            </a:pPr>
            <a:r>
              <a:rPr sz="1575" b="0">
                <a:solidFill>
                  <a:srgbClr val="24374B"/>
                </a:solidFill>
              </a:rPr>
              <a:t>A prompt supplies instructions and context for a new response.</a:t>
            </a:r>
          </a:p>
        </p:txBody>
      </p:sp>
      <p:sp>
        <p:nvSpPr>
          <p:cNvPr id="9" name="">
            <a:extLst xmlns:a="http://schemas.openxmlformats.org/drawingml/2006/main">
              <a:ext uri="{FF2B5EF4-FFF2-40B4-BE49-F238E27FC236}">
                <a16:creationId xmlns:a16="http://schemas.microsoft.com/office/drawing/2014/main" id="{5C40674B-574D-42CF-BC6C-56F317069433}"/>
              </a:ext>
            </a:extLst>
          </p:cNvPr>
          <p:cNvSpPr>
            <a:spLocks xmlns:a="http://schemas.openxmlformats.org/drawingml/2006/main" noGrp="1"/>
          </p:cNvSpPr>
          <p:nvPr/>
        </p:nvSpPr>
        <p:spPr>
          <a:xfrm xmlns:a="http://schemas.openxmlformats.org/drawingml/2006/main">
            <a:off x="790575" y="3781425"/>
            <a:ext cx="114300" cy="114300"/>
          </a:xfrm>
          <a:prstGeom xmlns:a="http://schemas.openxmlformats.org/drawingml/2006/main" prst="ellipse">
            <a:avLst/>
          </a:prstGeom>
          <a:solidFill xmlns:a="http://schemas.openxmlformats.org/drawingml/2006/main">
            <a:srgbClr val="00A88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B7BA317-F646-405C-94A8-C46EDCE36FE0}"/>
              </a:ext>
            </a:extLst>
          </p:cNvPr>
          <p:cNvSpPr>
            <a:spLocks xmlns:a="http://schemas.openxmlformats.org/drawingml/2006/main" noGrp="1"/>
          </p:cNvSpPr>
          <p:nvPr/>
        </p:nvSpPr>
        <p:spPr>
          <a:xfrm xmlns:a="http://schemas.openxmlformats.org/drawingml/2006/main">
            <a:off x="1123950" y="3686175"/>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575" b="0">
                <a:solidFill>
                  <a:srgbClr val="24374B"/>
                </a:solidFill>
              </a:defRPr>
            </a:lvl1pPr>
            <a:lvl2pPr>
              <a:buNone/>
              <a:defRPr sz="1575" b="0">
                <a:solidFill>
                  <a:srgbClr val="24374B"/>
                </a:solidFill>
              </a:defRPr>
            </a:lvl2pPr>
            <a:lvl3pPr>
              <a:buNone/>
              <a:defRPr sz="1575" b="0">
                <a:solidFill>
                  <a:srgbClr val="24374B"/>
                </a:solidFill>
              </a:defRPr>
            </a:lvl3pPr>
            <a:lvl4pPr>
              <a:buNone/>
              <a:defRPr sz="1575" b="0">
                <a:solidFill>
                  <a:srgbClr val="24374B"/>
                </a:solidFill>
              </a:defRPr>
            </a:lvl4pPr>
            <a:lvl5pPr>
              <a:buNone/>
              <a:defRPr sz="1575" b="0">
                <a:solidFill>
                  <a:srgbClr val="24374B"/>
                </a:solidFill>
              </a:defRPr>
            </a:lvl5pPr>
            <a:lvl6pPr>
              <a:buNone/>
              <a:defRPr sz="1575" b="0">
                <a:solidFill>
                  <a:srgbClr val="24374B"/>
                </a:solidFill>
              </a:defRPr>
            </a:lvl6pPr>
            <a:lvl7pPr>
              <a:buNone/>
              <a:defRPr sz="1575" b="0">
                <a:solidFill>
                  <a:srgbClr val="24374B"/>
                </a:solidFill>
              </a:defRPr>
            </a:lvl7pPr>
            <a:lvl8pPr>
              <a:buNone/>
              <a:defRPr sz="1575" b="0">
                <a:solidFill>
                  <a:srgbClr val="24374B"/>
                </a:solidFill>
              </a:defRPr>
            </a:lvl8pPr>
            <a:lvl9pPr>
              <a:buNone/>
              <a:defRPr sz="1575" b="0">
                <a:solidFill>
                  <a:srgbClr val="24374B"/>
                </a:solidFill>
              </a:defRPr>
            </a:lvl9pPr>
          </a:lstStyle>
          <a:p xmlns:a="http://schemas.openxmlformats.org/drawingml/2006/main">
            <a:pPr>
              <a:buNone/>
              <a:defRPr sz="1575" b="0">
                <a:solidFill>
                  <a:srgbClr val="24374B"/>
                </a:solidFill>
              </a:defRPr>
            </a:pPr>
            <a:r>
              <a:rPr sz="1575" b="0">
                <a:solidFill>
                  <a:srgbClr val="24374B"/>
                </a:solidFill>
              </a:rPr>
              <a:t>Outputs are generated predictions, not guaranteed facts or verified solutions.</a:t>
            </a:r>
          </a:p>
        </p:txBody>
      </p:sp>
    </p:spTree>
    <p:extLst>
      <p:ext uri="{BB962C8B-B14F-4D97-AF65-F5344CB8AC3E}">
        <p14:creationId xmlns:p14="http://schemas.microsoft.com/office/powerpoint/2010/main" val="783302903"/>
      </p:ext>
    </p:extLst>
  </p:cSld>
</p:sld>
</file>

<file path=ppt/slides/slide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4EA2C1E-61DE-47CA-9B4B-5E5E2AEF8C76}"/>
              </a:ext>
            </a:extLst>
          </p:cNvPr>
          <p:cNvSpPr>
            <a:spLocks xmlns:a="http://schemas.openxmlformats.org/drawingml/2006/main" noGrp="1"/>
          </p:cNvSpPr>
          <p:nvPr/>
        </p:nvSpPr>
        <p:spPr>
          <a:xfrm xmlns:a="http://schemas.openxmlformats.org/drawingml/2006/main">
            <a:off x="723900" y="45720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975" b="1">
                <a:solidFill>
                  <a:srgbClr val="52647A"/>
                </a:solidFill>
              </a:defRPr>
            </a:lvl1pPr>
            <a:lvl2pPr>
              <a:buNone/>
              <a:defRPr sz="975" b="1">
                <a:solidFill>
                  <a:srgbClr val="52647A"/>
                </a:solidFill>
              </a:defRPr>
            </a:lvl2pPr>
            <a:lvl3pPr>
              <a:buNone/>
              <a:defRPr sz="975" b="1">
                <a:solidFill>
                  <a:srgbClr val="52647A"/>
                </a:solidFill>
              </a:defRPr>
            </a:lvl3pPr>
            <a:lvl4pPr>
              <a:buNone/>
              <a:defRPr sz="975" b="1">
                <a:solidFill>
                  <a:srgbClr val="52647A"/>
                </a:solidFill>
              </a:defRPr>
            </a:lvl4pPr>
            <a:lvl5pPr>
              <a:buNone/>
              <a:defRPr sz="975" b="1">
                <a:solidFill>
                  <a:srgbClr val="52647A"/>
                </a:solidFill>
              </a:defRPr>
            </a:lvl5pPr>
            <a:lvl6pPr>
              <a:buNone/>
              <a:defRPr sz="975" b="1">
                <a:solidFill>
                  <a:srgbClr val="52647A"/>
                </a:solidFill>
              </a:defRPr>
            </a:lvl6pPr>
            <a:lvl7pPr>
              <a:buNone/>
              <a:defRPr sz="975" b="1">
                <a:solidFill>
                  <a:srgbClr val="52647A"/>
                </a:solidFill>
              </a:defRPr>
            </a:lvl7pPr>
            <a:lvl8pPr>
              <a:buNone/>
              <a:defRPr sz="975" b="1">
                <a:solidFill>
                  <a:srgbClr val="52647A"/>
                </a:solidFill>
              </a:defRPr>
            </a:lvl8pPr>
            <a:lvl9pPr>
              <a:buNone/>
              <a:defRPr sz="975" b="1">
                <a:solidFill>
                  <a:srgbClr val="52647A"/>
                </a:solidFill>
              </a:defRPr>
            </a:lvl9pPr>
          </a:lstStyle>
          <a:p xmlns:a="http://schemas.openxmlformats.org/drawingml/2006/main">
            <a:pPr>
              <a:buNone/>
              <a:defRPr sz="975" b="1">
                <a:solidFill>
                  <a:srgbClr val="52647A"/>
                </a:solidFill>
              </a:defRPr>
            </a:pPr>
            <a:r>
              <a:rPr sz="975" b="1">
                <a:solidFill>
                  <a:srgbClr val="52647A"/>
                </a:solidFill>
              </a:rPr>
              <a:t>GENERATIVE AI IN SOFTWARE DEVELOPMENT</a:t>
            </a:r>
          </a:p>
        </p:txBody>
      </p:sp>
      <p:sp>
        <p:nvSpPr>
          <p:cNvPr id="2" name="">
            <a:extLst xmlns:a="http://schemas.openxmlformats.org/drawingml/2006/main">
              <a:ext uri="{FF2B5EF4-FFF2-40B4-BE49-F238E27FC236}">
                <a16:creationId xmlns:a16="http://schemas.microsoft.com/office/drawing/2014/main" id="{DB746767-79C4-4B81-A4FB-AEC858318402}"/>
              </a:ext>
            </a:extLst>
          </p:cNvPr>
          <p:cNvSpPr>
            <a:spLocks xmlns:a="http://schemas.openxmlformats.org/drawingml/2006/main" noGrp="1"/>
          </p:cNvSpPr>
          <p:nvPr/>
        </p:nvSpPr>
        <p:spPr>
          <a:xfrm xmlns:a="http://schemas.openxmlformats.org/drawingml/2006/main">
            <a:off x="10477500" y="6257925"/>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900" b="0">
                <a:solidFill>
                  <a:srgbClr val="718096"/>
                </a:solidFill>
              </a:defRPr>
            </a:lvl1pPr>
            <a:lvl2pPr>
              <a:buNone/>
              <a:defRPr sz="900" b="0">
                <a:solidFill>
                  <a:srgbClr val="718096"/>
                </a:solidFill>
              </a:defRPr>
            </a:lvl2pPr>
            <a:lvl3pPr>
              <a:buNone/>
              <a:defRPr sz="900" b="0">
                <a:solidFill>
                  <a:srgbClr val="718096"/>
                </a:solidFill>
              </a:defRPr>
            </a:lvl3pPr>
            <a:lvl4pPr>
              <a:buNone/>
              <a:defRPr sz="900" b="0">
                <a:solidFill>
                  <a:srgbClr val="718096"/>
                </a:solidFill>
              </a:defRPr>
            </a:lvl4pPr>
            <a:lvl5pPr>
              <a:buNone/>
              <a:defRPr sz="900" b="0">
                <a:solidFill>
                  <a:srgbClr val="718096"/>
                </a:solidFill>
              </a:defRPr>
            </a:lvl5pPr>
            <a:lvl6pPr>
              <a:buNone/>
              <a:defRPr sz="900" b="0">
                <a:solidFill>
                  <a:srgbClr val="718096"/>
                </a:solidFill>
              </a:defRPr>
            </a:lvl6pPr>
            <a:lvl7pPr>
              <a:buNone/>
              <a:defRPr sz="900" b="0">
                <a:solidFill>
                  <a:srgbClr val="718096"/>
                </a:solidFill>
              </a:defRPr>
            </a:lvl7pPr>
            <a:lvl8pPr>
              <a:buNone/>
              <a:defRPr sz="900" b="0">
                <a:solidFill>
                  <a:srgbClr val="718096"/>
                </a:solidFill>
              </a:defRPr>
            </a:lvl8pPr>
            <a:lvl9pPr>
              <a:buNone/>
              <a:defRPr sz="900" b="0">
                <a:solidFill>
                  <a:srgbClr val="718096"/>
                </a:solidFill>
              </a:defRPr>
            </a:lvl9pPr>
          </a:lstStyle>
          <a:p xmlns:a="http://schemas.openxmlformats.org/drawingml/2006/main">
            <a:pPr>
              <a:buNone/>
              <a:defRPr sz="900" b="0">
                <a:solidFill>
                  <a:srgbClr val="718096"/>
                </a:solidFill>
              </a:defRPr>
            </a:pPr>
            <a:r>
              <a:rPr sz="900" b="0">
                <a:solidFill>
                  <a:srgbClr val="718096"/>
                </a:solidFill>
              </a:rPr>
              <a:t>05 / 10</a:t>
            </a:r>
          </a:p>
        </p:txBody>
      </p:sp>
      <p:sp>
        <p:nvSpPr>
          <p:cNvPr id="3" name="">
            <a:extLst xmlns:a="http://schemas.openxmlformats.org/drawingml/2006/main">
              <a:ext uri="{FF2B5EF4-FFF2-40B4-BE49-F238E27FC236}">
                <a16:creationId xmlns:a16="http://schemas.microsoft.com/office/drawing/2014/main" id="{E560D64E-23E3-4B76-AB51-B13F64F627BF}"/>
              </a:ext>
            </a:extLst>
          </p:cNvPr>
          <p:cNvSpPr>
            <a:spLocks xmlns:a="http://schemas.openxmlformats.org/drawingml/2006/main" noGrp="1"/>
          </p:cNvSpPr>
          <p:nvPr/>
        </p:nvSpPr>
        <p:spPr>
          <a:xfrm xmlns:a="http://schemas.openxmlformats.org/drawingml/2006/main">
            <a:off x="723900" y="6553200"/>
            <a:ext cx="10744200" cy="38100"/>
          </a:xfrm>
          <a:prstGeom xmlns:a="http://schemas.openxmlformats.org/drawingml/2006/main" prst="rect">
            <a:avLst/>
          </a:prstGeom>
          <a:solidFill xmlns:a="http://schemas.openxmlformats.org/drawingml/2006/main">
            <a:srgbClr val="22C3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BAF015E-BB62-428A-B56D-7BFA375337A8}"/>
              </a:ext>
            </a:extLst>
          </p:cNvPr>
          <p:cNvSpPr>
            <a:spLocks xmlns:a="http://schemas.openxmlformats.org/drawingml/2006/main" noGrp="1"/>
          </p:cNvSpPr>
          <p:nvPr/>
        </p:nvSpPr>
        <p:spPr>
          <a:xfrm xmlns:a="http://schemas.openxmlformats.org/drawingml/2006/main">
            <a:off x="723900" y="10001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2700" b="1">
                <a:solidFill>
                  <a:srgbClr val="10243A"/>
                </a:solidFill>
              </a:defRPr>
            </a:lvl1pPr>
            <a:lvl2pPr>
              <a:buNone/>
              <a:defRPr sz="2700" b="1">
                <a:solidFill>
                  <a:srgbClr val="10243A"/>
                </a:solidFill>
              </a:defRPr>
            </a:lvl2pPr>
            <a:lvl3pPr>
              <a:buNone/>
              <a:defRPr sz="2700" b="1">
                <a:solidFill>
                  <a:srgbClr val="10243A"/>
                </a:solidFill>
              </a:defRPr>
            </a:lvl3pPr>
            <a:lvl4pPr>
              <a:buNone/>
              <a:defRPr sz="2700" b="1">
                <a:solidFill>
                  <a:srgbClr val="10243A"/>
                </a:solidFill>
              </a:defRPr>
            </a:lvl4pPr>
            <a:lvl5pPr>
              <a:buNone/>
              <a:defRPr sz="2700" b="1">
                <a:solidFill>
                  <a:srgbClr val="10243A"/>
                </a:solidFill>
              </a:defRPr>
            </a:lvl5pPr>
            <a:lvl6pPr>
              <a:buNone/>
              <a:defRPr sz="2700" b="1">
                <a:solidFill>
                  <a:srgbClr val="10243A"/>
                </a:solidFill>
              </a:defRPr>
            </a:lvl6pPr>
            <a:lvl7pPr>
              <a:buNone/>
              <a:defRPr sz="2700" b="1">
                <a:solidFill>
                  <a:srgbClr val="10243A"/>
                </a:solidFill>
              </a:defRPr>
            </a:lvl7pPr>
            <a:lvl8pPr>
              <a:buNone/>
              <a:defRPr sz="2700" b="1">
                <a:solidFill>
                  <a:srgbClr val="10243A"/>
                </a:solidFill>
              </a:defRPr>
            </a:lvl8pPr>
            <a:lvl9pPr>
              <a:buNone/>
              <a:defRPr sz="2700" b="1">
                <a:solidFill>
                  <a:srgbClr val="10243A"/>
                </a:solidFill>
              </a:defRPr>
            </a:lvl9pPr>
          </a:lstStyle>
          <a:p xmlns:a="http://schemas.openxmlformats.org/drawingml/2006/main">
            <a:pPr>
              <a:buNone/>
              <a:defRPr sz="2700" b="1">
                <a:solidFill>
                  <a:srgbClr val="10243A"/>
                </a:solidFill>
              </a:defRPr>
            </a:pPr>
            <a:r>
              <a:rPr sz="2700" b="1">
                <a:solidFill>
                  <a:srgbClr val="10243A"/>
                </a:solidFill>
              </a:rPr>
              <a:t>Common application patterns</a:t>
            </a:r>
          </a:p>
        </p:txBody>
      </p:sp>
      <p:sp>
        <p:nvSpPr>
          <p:cNvPr id="5" name="">
            <a:extLst xmlns:a="http://schemas.openxmlformats.org/drawingml/2006/main">
              <a:ext uri="{FF2B5EF4-FFF2-40B4-BE49-F238E27FC236}">
                <a16:creationId xmlns:a16="http://schemas.microsoft.com/office/drawing/2014/main" id="{FFF29CA4-FE60-4529-B571-237F8FEED9BF}"/>
              </a:ext>
            </a:extLst>
          </p:cNvPr>
          <p:cNvSpPr>
            <a:spLocks xmlns:a="http://schemas.openxmlformats.org/drawingml/2006/main" noGrp="1"/>
          </p:cNvSpPr>
          <p:nvPr/>
        </p:nvSpPr>
        <p:spPr>
          <a:xfrm xmlns:a="http://schemas.openxmlformats.org/drawingml/2006/main">
            <a:off x="790575" y="2333625"/>
            <a:ext cx="114300" cy="114300"/>
          </a:xfrm>
          <a:prstGeom xmlns:a="http://schemas.openxmlformats.org/drawingml/2006/main" prst="ellipse">
            <a:avLst/>
          </a:prstGeom>
          <a:solidFill xmlns:a="http://schemas.openxmlformats.org/drawingml/2006/main">
            <a:srgbClr val="00A88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94068E8-8FFC-40B5-AEAA-77F57C00DC45}"/>
              </a:ext>
            </a:extLst>
          </p:cNvPr>
          <p:cNvSpPr>
            <a:spLocks xmlns:a="http://schemas.openxmlformats.org/drawingml/2006/main" noGrp="1"/>
          </p:cNvSpPr>
          <p:nvPr/>
        </p:nvSpPr>
        <p:spPr>
          <a:xfrm xmlns:a="http://schemas.openxmlformats.org/drawingml/2006/main">
            <a:off x="1123950" y="2238375"/>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575" b="0">
                <a:solidFill>
                  <a:srgbClr val="24374B"/>
                </a:solidFill>
              </a:defRPr>
            </a:lvl1pPr>
            <a:lvl2pPr>
              <a:buNone/>
              <a:defRPr sz="1575" b="0">
                <a:solidFill>
                  <a:srgbClr val="24374B"/>
                </a:solidFill>
              </a:defRPr>
            </a:lvl2pPr>
            <a:lvl3pPr>
              <a:buNone/>
              <a:defRPr sz="1575" b="0">
                <a:solidFill>
                  <a:srgbClr val="24374B"/>
                </a:solidFill>
              </a:defRPr>
            </a:lvl3pPr>
            <a:lvl4pPr>
              <a:buNone/>
              <a:defRPr sz="1575" b="0">
                <a:solidFill>
                  <a:srgbClr val="24374B"/>
                </a:solidFill>
              </a:defRPr>
            </a:lvl4pPr>
            <a:lvl5pPr>
              <a:buNone/>
              <a:defRPr sz="1575" b="0">
                <a:solidFill>
                  <a:srgbClr val="24374B"/>
                </a:solidFill>
              </a:defRPr>
            </a:lvl5pPr>
            <a:lvl6pPr>
              <a:buNone/>
              <a:defRPr sz="1575" b="0">
                <a:solidFill>
                  <a:srgbClr val="24374B"/>
                </a:solidFill>
              </a:defRPr>
            </a:lvl6pPr>
            <a:lvl7pPr>
              <a:buNone/>
              <a:defRPr sz="1575" b="0">
                <a:solidFill>
                  <a:srgbClr val="24374B"/>
                </a:solidFill>
              </a:defRPr>
            </a:lvl7pPr>
            <a:lvl8pPr>
              <a:buNone/>
              <a:defRPr sz="1575" b="0">
                <a:solidFill>
                  <a:srgbClr val="24374B"/>
                </a:solidFill>
              </a:defRPr>
            </a:lvl8pPr>
            <a:lvl9pPr>
              <a:buNone/>
              <a:defRPr sz="1575" b="0">
                <a:solidFill>
                  <a:srgbClr val="24374B"/>
                </a:solidFill>
              </a:defRPr>
            </a:lvl9pPr>
          </a:lstStyle>
          <a:p xmlns:a="http://schemas.openxmlformats.org/drawingml/2006/main">
            <a:pPr>
              <a:buNone/>
              <a:defRPr sz="1575" b="0">
                <a:solidFill>
                  <a:srgbClr val="24374B"/>
                </a:solidFill>
              </a:defRPr>
            </a:pPr>
            <a:r>
              <a:rPr sz="1575" b="0">
                <a:solidFill>
                  <a:srgbClr val="24374B"/>
                </a:solidFill>
              </a:rPr>
              <a:t>Draft, explain, and summarize code or technical documents.</a:t>
            </a:r>
          </a:p>
        </p:txBody>
      </p:sp>
      <p:sp>
        <p:nvSpPr>
          <p:cNvPr id="7" name="">
            <a:extLst xmlns:a="http://schemas.openxmlformats.org/drawingml/2006/main">
              <a:ext uri="{FF2B5EF4-FFF2-40B4-BE49-F238E27FC236}">
                <a16:creationId xmlns:a16="http://schemas.microsoft.com/office/drawing/2014/main" id="{3D62202F-CCC5-489F-8FBB-03D8BC4AFB33}"/>
              </a:ext>
            </a:extLst>
          </p:cNvPr>
          <p:cNvSpPr>
            <a:spLocks xmlns:a="http://schemas.openxmlformats.org/drawingml/2006/main" noGrp="1"/>
          </p:cNvSpPr>
          <p:nvPr/>
        </p:nvSpPr>
        <p:spPr>
          <a:xfrm xmlns:a="http://schemas.openxmlformats.org/drawingml/2006/main">
            <a:off x="790575" y="3057525"/>
            <a:ext cx="114300" cy="114300"/>
          </a:xfrm>
          <a:prstGeom xmlns:a="http://schemas.openxmlformats.org/drawingml/2006/main" prst="ellipse">
            <a:avLst/>
          </a:prstGeom>
          <a:solidFill xmlns:a="http://schemas.openxmlformats.org/drawingml/2006/main">
            <a:srgbClr val="00A88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2A15659-7D3C-47E4-A57D-9830FF59DCEF}"/>
              </a:ext>
            </a:extLst>
          </p:cNvPr>
          <p:cNvSpPr>
            <a:spLocks xmlns:a="http://schemas.openxmlformats.org/drawingml/2006/main" noGrp="1"/>
          </p:cNvSpPr>
          <p:nvPr/>
        </p:nvSpPr>
        <p:spPr>
          <a:xfrm xmlns:a="http://schemas.openxmlformats.org/drawingml/2006/main">
            <a:off x="1123950" y="2962275"/>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575" b="0">
                <a:solidFill>
                  <a:srgbClr val="24374B"/>
                </a:solidFill>
              </a:defRPr>
            </a:lvl1pPr>
            <a:lvl2pPr>
              <a:buNone/>
              <a:defRPr sz="1575" b="0">
                <a:solidFill>
                  <a:srgbClr val="24374B"/>
                </a:solidFill>
              </a:defRPr>
            </a:lvl2pPr>
            <a:lvl3pPr>
              <a:buNone/>
              <a:defRPr sz="1575" b="0">
                <a:solidFill>
                  <a:srgbClr val="24374B"/>
                </a:solidFill>
              </a:defRPr>
            </a:lvl3pPr>
            <a:lvl4pPr>
              <a:buNone/>
              <a:defRPr sz="1575" b="0">
                <a:solidFill>
                  <a:srgbClr val="24374B"/>
                </a:solidFill>
              </a:defRPr>
            </a:lvl4pPr>
            <a:lvl5pPr>
              <a:buNone/>
              <a:defRPr sz="1575" b="0">
                <a:solidFill>
                  <a:srgbClr val="24374B"/>
                </a:solidFill>
              </a:defRPr>
            </a:lvl5pPr>
            <a:lvl6pPr>
              <a:buNone/>
              <a:defRPr sz="1575" b="0">
                <a:solidFill>
                  <a:srgbClr val="24374B"/>
                </a:solidFill>
              </a:defRPr>
            </a:lvl6pPr>
            <a:lvl7pPr>
              <a:buNone/>
              <a:defRPr sz="1575" b="0">
                <a:solidFill>
                  <a:srgbClr val="24374B"/>
                </a:solidFill>
              </a:defRPr>
            </a:lvl7pPr>
            <a:lvl8pPr>
              <a:buNone/>
              <a:defRPr sz="1575" b="0">
                <a:solidFill>
                  <a:srgbClr val="24374B"/>
                </a:solidFill>
              </a:defRPr>
            </a:lvl8pPr>
            <a:lvl9pPr>
              <a:buNone/>
              <a:defRPr sz="1575" b="0">
                <a:solidFill>
                  <a:srgbClr val="24374B"/>
                </a:solidFill>
              </a:defRPr>
            </a:lvl9pPr>
          </a:lstStyle>
          <a:p xmlns:a="http://schemas.openxmlformats.org/drawingml/2006/main">
            <a:pPr>
              <a:buNone/>
              <a:defRPr sz="1575" b="0">
                <a:solidFill>
                  <a:srgbClr val="24374B"/>
                </a:solidFill>
              </a:defRPr>
            </a:pPr>
            <a:r>
              <a:rPr sz="1575" b="0">
                <a:solidFill>
                  <a:srgbClr val="24374B"/>
                </a:solidFill>
              </a:rPr>
              <a:t>Suggest tests, examples, and alternative implementations.</a:t>
            </a:r>
          </a:p>
        </p:txBody>
      </p:sp>
      <p:sp>
        <p:nvSpPr>
          <p:cNvPr id="9" name="">
            <a:extLst xmlns:a="http://schemas.openxmlformats.org/drawingml/2006/main">
              <a:ext uri="{FF2B5EF4-FFF2-40B4-BE49-F238E27FC236}">
                <a16:creationId xmlns:a16="http://schemas.microsoft.com/office/drawing/2014/main" id="{9D04EA85-5E03-403E-86EF-58729814CA60}"/>
              </a:ext>
            </a:extLst>
          </p:cNvPr>
          <p:cNvSpPr>
            <a:spLocks xmlns:a="http://schemas.openxmlformats.org/drawingml/2006/main" noGrp="1"/>
          </p:cNvSpPr>
          <p:nvPr/>
        </p:nvSpPr>
        <p:spPr>
          <a:xfrm xmlns:a="http://schemas.openxmlformats.org/drawingml/2006/main">
            <a:off x="790575" y="3781425"/>
            <a:ext cx="114300" cy="114300"/>
          </a:xfrm>
          <a:prstGeom xmlns:a="http://schemas.openxmlformats.org/drawingml/2006/main" prst="ellipse">
            <a:avLst/>
          </a:prstGeom>
          <a:solidFill xmlns:a="http://schemas.openxmlformats.org/drawingml/2006/main">
            <a:srgbClr val="00A88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289F1DC-50B9-44FA-95C9-2F506F1F593F}"/>
              </a:ext>
            </a:extLst>
          </p:cNvPr>
          <p:cNvSpPr>
            <a:spLocks xmlns:a="http://schemas.openxmlformats.org/drawingml/2006/main" noGrp="1"/>
          </p:cNvSpPr>
          <p:nvPr/>
        </p:nvSpPr>
        <p:spPr>
          <a:xfrm xmlns:a="http://schemas.openxmlformats.org/drawingml/2006/main">
            <a:off x="1123950" y="3686175"/>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575" b="0">
                <a:solidFill>
                  <a:srgbClr val="24374B"/>
                </a:solidFill>
              </a:defRPr>
            </a:lvl1pPr>
            <a:lvl2pPr>
              <a:buNone/>
              <a:defRPr sz="1575" b="0">
                <a:solidFill>
                  <a:srgbClr val="24374B"/>
                </a:solidFill>
              </a:defRPr>
            </a:lvl2pPr>
            <a:lvl3pPr>
              <a:buNone/>
              <a:defRPr sz="1575" b="0">
                <a:solidFill>
                  <a:srgbClr val="24374B"/>
                </a:solidFill>
              </a:defRPr>
            </a:lvl3pPr>
            <a:lvl4pPr>
              <a:buNone/>
              <a:defRPr sz="1575" b="0">
                <a:solidFill>
                  <a:srgbClr val="24374B"/>
                </a:solidFill>
              </a:defRPr>
            </a:lvl4pPr>
            <a:lvl5pPr>
              <a:buNone/>
              <a:defRPr sz="1575" b="0">
                <a:solidFill>
                  <a:srgbClr val="24374B"/>
                </a:solidFill>
              </a:defRPr>
            </a:lvl5pPr>
            <a:lvl6pPr>
              <a:buNone/>
              <a:defRPr sz="1575" b="0">
                <a:solidFill>
                  <a:srgbClr val="24374B"/>
                </a:solidFill>
              </a:defRPr>
            </a:lvl6pPr>
            <a:lvl7pPr>
              <a:buNone/>
              <a:defRPr sz="1575" b="0">
                <a:solidFill>
                  <a:srgbClr val="24374B"/>
                </a:solidFill>
              </a:defRPr>
            </a:lvl7pPr>
            <a:lvl8pPr>
              <a:buNone/>
              <a:defRPr sz="1575" b="0">
                <a:solidFill>
                  <a:srgbClr val="24374B"/>
                </a:solidFill>
              </a:defRPr>
            </a:lvl8pPr>
            <a:lvl9pPr>
              <a:buNone/>
              <a:defRPr sz="1575" b="0">
                <a:solidFill>
                  <a:srgbClr val="24374B"/>
                </a:solidFill>
              </a:defRPr>
            </a:lvl9pPr>
          </a:lstStyle>
          <a:p xmlns:a="http://schemas.openxmlformats.org/drawingml/2006/main">
            <a:pPr>
              <a:buNone/>
              <a:defRPr sz="1575" b="0">
                <a:solidFill>
                  <a:srgbClr val="24374B"/>
                </a:solidFill>
              </a:defRPr>
            </a:pPr>
            <a:r>
              <a:rPr sz="1575" b="0">
                <a:solidFill>
                  <a:srgbClr val="24374B"/>
                </a:solidFill>
              </a:rPr>
              <a:t>Help search or navigate large knowledge collections when connected to trusted sources.</a:t>
            </a:r>
          </a:p>
        </p:txBody>
      </p:sp>
    </p:spTree>
    <p:extLst>
      <p:ext uri="{BB962C8B-B14F-4D97-AF65-F5344CB8AC3E}">
        <p14:creationId xmlns:p14="http://schemas.microsoft.com/office/powerpoint/2010/main" val="1846251266"/>
      </p:ext>
    </p:extLst>
  </p:cSld>
</p:sld>
</file>

<file path=ppt/slides/slide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DD66BF0-27CB-4417-B4D5-352EEEC5930A}"/>
              </a:ext>
            </a:extLst>
          </p:cNvPr>
          <p:cNvSpPr>
            <a:spLocks xmlns:a="http://schemas.openxmlformats.org/drawingml/2006/main" noGrp="1"/>
          </p:cNvSpPr>
          <p:nvPr/>
        </p:nvSpPr>
        <p:spPr>
          <a:xfrm xmlns:a="http://schemas.openxmlformats.org/drawingml/2006/main">
            <a:off x="723900" y="45720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975" b="1">
                <a:solidFill>
                  <a:srgbClr val="52647A"/>
                </a:solidFill>
              </a:defRPr>
            </a:lvl1pPr>
            <a:lvl2pPr>
              <a:buNone/>
              <a:defRPr sz="975" b="1">
                <a:solidFill>
                  <a:srgbClr val="52647A"/>
                </a:solidFill>
              </a:defRPr>
            </a:lvl2pPr>
            <a:lvl3pPr>
              <a:buNone/>
              <a:defRPr sz="975" b="1">
                <a:solidFill>
                  <a:srgbClr val="52647A"/>
                </a:solidFill>
              </a:defRPr>
            </a:lvl3pPr>
            <a:lvl4pPr>
              <a:buNone/>
              <a:defRPr sz="975" b="1">
                <a:solidFill>
                  <a:srgbClr val="52647A"/>
                </a:solidFill>
              </a:defRPr>
            </a:lvl4pPr>
            <a:lvl5pPr>
              <a:buNone/>
              <a:defRPr sz="975" b="1">
                <a:solidFill>
                  <a:srgbClr val="52647A"/>
                </a:solidFill>
              </a:defRPr>
            </a:lvl5pPr>
            <a:lvl6pPr>
              <a:buNone/>
              <a:defRPr sz="975" b="1">
                <a:solidFill>
                  <a:srgbClr val="52647A"/>
                </a:solidFill>
              </a:defRPr>
            </a:lvl6pPr>
            <a:lvl7pPr>
              <a:buNone/>
              <a:defRPr sz="975" b="1">
                <a:solidFill>
                  <a:srgbClr val="52647A"/>
                </a:solidFill>
              </a:defRPr>
            </a:lvl7pPr>
            <a:lvl8pPr>
              <a:buNone/>
              <a:defRPr sz="975" b="1">
                <a:solidFill>
                  <a:srgbClr val="52647A"/>
                </a:solidFill>
              </a:defRPr>
            </a:lvl8pPr>
            <a:lvl9pPr>
              <a:buNone/>
              <a:defRPr sz="975" b="1">
                <a:solidFill>
                  <a:srgbClr val="52647A"/>
                </a:solidFill>
              </a:defRPr>
            </a:lvl9pPr>
          </a:lstStyle>
          <a:p xmlns:a="http://schemas.openxmlformats.org/drawingml/2006/main">
            <a:pPr>
              <a:buNone/>
              <a:defRPr sz="975" b="1">
                <a:solidFill>
                  <a:srgbClr val="52647A"/>
                </a:solidFill>
              </a:defRPr>
            </a:pPr>
            <a:r>
              <a:rPr sz="975" b="1">
                <a:solidFill>
                  <a:srgbClr val="52647A"/>
                </a:solidFill>
              </a:rPr>
              <a:t>GENERATIVE AI IN SOFTWARE DEVELOPMENT</a:t>
            </a:r>
          </a:p>
        </p:txBody>
      </p:sp>
      <p:sp>
        <p:nvSpPr>
          <p:cNvPr id="2" name="">
            <a:extLst xmlns:a="http://schemas.openxmlformats.org/drawingml/2006/main">
              <a:ext uri="{FF2B5EF4-FFF2-40B4-BE49-F238E27FC236}">
                <a16:creationId xmlns:a16="http://schemas.microsoft.com/office/drawing/2014/main" id="{04545F92-F3D1-4FE0-8198-A7502B45F102}"/>
              </a:ext>
            </a:extLst>
          </p:cNvPr>
          <p:cNvSpPr>
            <a:spLocks xmlns:a="http://schemas.openxmlformats.org/drawingml/2006/main" noGrp="1"/>
          </p:cNvSpPr>
          <p:nvPr/>
        </p:nvSpPr>
        <p:spPr>
          <a:xfrm xmlns:a="http://schemas.openxmlformats.org/drawingml/2006/main">
            <a:off x="10477500" y="6257925"/>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900" b="0">
                <a:solidFill>
                  <a:srgbClr val="718096"/>
                </a:solidFill>
              </a:defRPr>
            </a:lvl1pPr>
            <a:lvl2pPr>
              <a:buNone/>
              <a:defRPr sz="900" b="0">
                <a:solidFill>
                  <a:srgbClr val="718096"/>
                </a:solidFill>
              </a:defRPr>
            </a:lvl2pPr>
            <a:lvl3pPr>
              <a:buNone/>
              <a:defRPr sz="900" b="0">
                <a:solidFill>
                  <a:srgbClr val="718096"/>
                </a:solidFill>
              </a:defRPr>
            </a:lvl3pPr>
            <a:lvl4pPr>
              <a:buNone/>
              <a:defRPr sz="900" b="0">
                <a:solidFill>
                  <a:srgbClr val="718096"/>
                </a:solidFill>
              </a:defRPr>
            </a:lvl4pPr>
            <a:lvl5pPr>
              <a:buNone/>
              <a:defRPr sz="900" b="0">
                <a:solidFill>
                  <a:srgbClr val="718096"/>
                </a:solidFill>
              </a:defRPr>
            </a:lvl5pPr>
            <a:lvl6pPr>
              <a:buNone/>
              <a:defRPr sz="900" b="0">
                <a:solidFill>
                  <a:srgbClr val="718096"/>
                </a:solidFill>
              </a:defRPr>
            </a:lvl6pPr>
            <a:lvl7pPr>
              <a:buNone/>
              <a:defRPr sz="900" b="0">
                <a:solidFill>
                  <a:srgbClr val="718096"/>
                </a:solidFill>
              </a:defRPr>
            </a:lvl7pPr>
            <a:lvl8pPr>
              <a:buNone/>
              <a:defRPr sz="900" b="0">
                <a:solidFill>
                  <a:srgbClr val="718096"/>
                </a:solidFill>
              </a:defRPr>
            </a:lvl8pPr>
            <a:lvl9pPr>
              <a:buNone/>
              <a:defRPr sz="900" b="0">
                <a:solidFill>
                  <a:srgbClr val="718096"/>
                </a:solidFill>
              </a:defRPr>
            </a:lvl9pPr>
          </a:lstStyle>
          <a:p xmlns:a="http://schemas.openxmlformats.org/drawingml/2006/main">
            <a:pPr>
              <a:buNone/>
              <a:defRPr sz="900" b="0">
                <a:solidFill>
                  <a:srgbClr val="718096"/>
                </a:solidFill>
              </a:defRPr>
            </a:pPr>
            <a:r>
              <a:rPr sz="900" b="0">
                <a:solidFill>
                  <a:srgbClr val="718096"/>
                </a:solidFill>
              </a:rPr>
              <a:t>06 / 10</a:t>
            </a:r>
          </a:p>
        </p:txBody>
      </p:sp>
      <p:sp>
        <p:nvSpPr>
          <p:cNvPr id="3" name="">
            <a:extLst xmlns:a="http://schemas.openxmlformats.org/drawingml/2006/main">
              <a:ext uri="{FF2B5EF4-FFF2-40B4-BE49-F238E27FC236}">
                <a16:creationId xmlns:a16="http://schemas.microsoft.com/office/drawing/2014/main" id="{2B2FF1AE-32DA-4285-9EE1-FDA92F7E5210}"/>
              </a:ext>
            </a:extLst>
          </p:cNvPr>
          <p:cNvSpPr>
            <a:spLocks xmlns:a="http://schemas.openxmlformats.org/drawingml/2006/main" noGrp="1"/>
          </p:cNvSpPr>
          <p:nvPr/>
        </p:nvSpPr>
        <p:spPr>
          <a:xfrm xmlns:a="http://schemas.openxmlformats.org/drawingml/2006/main">
            <a:off x="723900" y="6553200"/>
            <a:ext cx="10744200" cy="38100"/>
          </a:xfrm>
          <a:prstGeom xmlns:a="http://schemas.openxmlformats.org/drawingml/2006/main" prst="rect">
            <a:avLst/>
          </a:prstGeom>
          <a:solidFill xmlns:a="http://schemas.openxmlformats.org/drawingml/2006/main">
            <a:srgbClr val="22C3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6A82D62-5055-4A7F-927B-319CC04E87E7}"/>
              </a:ext>
            </a:extLst>
          </p:cNvPr>
          <p:cNvSpPr>
            <a:spLocks xmlns:a="http://schemas.openxmlformats.org/drawingml/2006/main" noGrp="1"/>
          </p:cNvSpPr>
          <p:nvPr/>
        </p:nvSpPr>
        <p:spPr>
          <a:xfrm xmlns:a="http://schemas.openxmlformats.org/drawingml/2006/main">
            <a:off x="723900" y="10001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2700" b="1">
                <a:solidFill>
                  <a:srgbClr val="10243A"/>
                </a:solidFill>
              </a:defRPr>
            </a:lvl1pPr>
            <a:lvl2pPr>
              <a:buNone/>
              <a:defRPr sz="2700" b="1">
                <a:solidFill>
                  <a:srgbClr val="10243A"/>
                </a:solidFill>
              </a:defRPr>
            </a:lvl2pPr>
            <a:lvl3pPr>
              <a:buNone/>
              <a:defRPr sz="2700" b="1">
                <a:solidFill>
                  <a:srgbClr val="10243A"/>
                </a:solidFill>
              </a:defRPr>
            </a:lvl3pPr>
            <a:lvl4pPr>
              <a:buNone/>
              <a:defRPr sz="2700" b="1">
                <a:solidFill>
                  <a:srgbClr val="10243A"/>
                </a:solidFill>
              </a:defRPr>
            </a:lvl4pPr>
            <a:lvl5pPr>
              <a:buNone/>
              <a:defRPr sz="2700" b="1">
                <a:solidFill>
                  <a:srgbClr val="10243A"/>
                </a:solidFill>
              </a:defRPr>
            </a:lvl5pPr>
            <a:lvl6pPr>
              <a:buNone/>
              <a:defRPr sz="2700" b="1">
                <a:solidFill>
                  <a:srgbClr val="10243A"/>
                </a:solidFill>
              </a:defRPr>
            </a:lvl6pPr>
            <a:lvl7pPr>
              <a:buNone/>
              <a:defRPr sz="2700" b="1">
                <a:solidFill>
                  <a:srgbClr val="10243A"/>
                </a:solidFill>
              </a:defRPr>
            </a:lvl7pPr>
            <a:lvl8pPr>
              <a:buNone/>
              <a:defRPr sz="2700" b="1">
                <a:solidFill>
                  <a:srgbClr val="10243A"/>
                </a:solidFill>
              </a:defRPr>
            </a:lvl8pPr>
            <a:lvl9pPr>
              <a:buNone/>
              <a:defRPr sz="2700" b="1">
                <a:solidFill>
                  <a:srgbClr val="10243A"/>
                </a:solidFill>
              </a:defRPr>
            </a:lvl9pPr>
          </a:lstStyle>
          <a:p xmlns:a="http://schemas.openxmlformats.org/drawingml/2006/main">
            <a:pPr>
              <a:buNone/>
              <a:defRPr sz="2700" b="1">
                <a:solidFill>
                  <a:srgbClr val="10243A"/>
                </a:solidFill>
              </a:defRPr>
            </a:pPr>
            <a:r>
              <a:rPr sz="2700" b="1">
                <a:solidFill>
                  <a:srgbClr val="10243A"/>
                </a:solidFill>
              </a:rPr>
              <a:t>A practical workflow</a:t>
            </a:r>
          </a:p>
        </p:txBody>
      </p:sp>
      <p:sp>
        <p:nvSpPr>
          <p:cNvPr id="5" name="">
            <a:extLst xmlns:a="http://schemas.openxmlformats.org/drawingml/2006/main">
              <a:ext uri="{FF2B5EF4-FFF2-40B4-BE49-F238E27FC236}">
                <a16:creationId xmlns:a16="http://schemas.microsoft.com/office/drawing/2014/main" id="{82D3B194-F641-4D73-AB5E-83B3DEA9CAA9}"/>
              </a:ext>
            </a:extLst>
          </p:cNvPr>
          <p:cNvSpPr>
            <a:spLocks xmlns:a="http://schemas.openxmlformats.org/drawingml/2006/main" noGrp="1"/>
          </p:cNvSpPr>
          <p:nvPr/>
        </p:nvSpPr>
        <p:spPr>
          <a:xfrm xmlns:a="http://schemas.openxmlformats.org/drawingml/2006/main">
            <a:off x="790575" y="2333625"/>
            <a:ext cx="114300" cy="114300"/>
          </a:xfrm>
          <a:prstGeom xmlns:a="http://schemas.openxmlformats.org/drawingml/2006/main" prst="ellipse">
            <a:avLst/>
          </a:prstGeom>
          <a:solidFill xmlns:a="http://schemas.openxmlformats.org/drawingml/2006/main">
            <a:srgbClr val="00A88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893C6DE-6D0F-43B1-A41D-5700CF892442}"/>
              </a:ext>
            </a:extLst>
          </p:cNvPr>
          <p:cNvSpPr>
            <a:spLocks xmlns:a="http://schemas.openxmlformats.org/drawingml/2006/main" noGrp="1"/>
          </p:cNvSpPr>
          <p:nvPr/>
        </p:nvSpPr>
        <p:spPr>
          <a:xfrm xmlns:a="http://schemas.openxmlformats.org/drawingml/2006/main">
            <a:off x="1123950" y="2238375"/>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575" b="0">
                <a:solidFill>
                  <a:srgbClr val="24374B"/>
                </a:solidFill>
              </a:defRPr>
            </a:lvl1pPr>
            <a:lvl2pPr>
              <a:buNone/>
              <a:defRPr sz="1575" b="0">
                <a:solidFill>
                  <a:srgbClr val="24374B"/>
                </a:solidFill>
              </a:defRPr>
            </a:lvl2pPr>
            <a:lvl3pPr>
              <a:buNone/>
              <a:defRPr sz="1575" b="0">
                <a:solidFill>
                  <a:srgbClr val="24374B"/>
                </a:solidFill>
              </a:defRPr>
            </a:lvl3pPr>
            <a:lvl4pPr>
              <a:buNone/>
              <a:defRPr sz="1575" b="0">
                <a:solidFill>
                  <a:srgbClr val="24374B"/>
                </a:solidFill>
              </a:defRPr>
            </a:lvl4pPr>
            <a:lvl5pPr>
              <a:buNone/>
              <a:defRPr sz="1575" b="0">
                <a:solidFill>
                  <a:srgbClr val="24374B"/>
                </a:solidFill>
              </a:defRPr>
            </a:lvl5pPr>
            <a:lvl6pPr>
              <a:buNone/>
              <a:defRPr sz="1575" b="0">
                <a:solidFill>
                  <a:srgbClr val="24374B"/>
                </a:solidFill>
              </a:defRPr>
            </a:lvl6pPr>
            <a:lvl7pPr>
              <a:buNone/>
              <a:defRPr sz="1575" b="0">
                <a:solidFill>
                  <a:srgbClr val="24374B"/>
                </a:solidFill>
              </a:defRPr>
            </a:lvl7pPr>
            <a:lvl8pPr>
              <a:buNone/>
              <a:defRPr sz="1575" b="0">
                <a:solidFill>
                  <a:srgbClr val="24374B"/>
                </a:solidFill>
              </a:defRPr>
            </a:lvl8pPr>
            <a:lvl9pPr>
              <a:buNone/>
              <a:defRPr sz="1575" b="0">
                <a:solidFill>
                  <a:srgbClr val="24374B"/>
                </a:solidFill>
              </a:defRPr>
            </a:lvl9pPr>
          </a:lstStyle>
          <a:p xmlns:a="http://schemas.openxmlformats.org/drawingml/2006/main">
            <a:pPr>
              <a:buNone/>
              <a:defRPr sz="1575" b="0">
                <a:solidFill>
                  <a:srgbClr val="24374B"/>
                </a:solidFill>
              </a:defRPr>
            </a:pPr>
            <a:r>
              <a:rPr sz="1575" b="0">
                <a:solidFill>
                  <a:srgbClr val="24374B"/>
                </a:solidFill>
              </a:rPr>
              <a:t>Give the tool a bounded task and relevant, non-sensitive context.</a:t>
            </a:r>
          </a:p>
        </p:txBody>
      </p:sp>
      <p:sp>
        <p:nvSpPr>
          <p:cNvPr id="7" name="">
            <a:extLst xmlns:a="http://schemas.openxmlformats.org/drawingml/2006/main">
              <a:ext uri="{FF2B5EF4-FFF2-40B4-BE49-F238E27FC236}">
                <a16:creationId xmlns:a16="http://schemas.microsoft.com/office/drawing/2014/main" id="{F8342898-80D7-4A01-8D1C-91B9BB34C15F}"/>
              </a:ext>
            </a:extLst>
          </p:cNvPr>
          <p:cNvSpPr>
            <a:spLocks xmlns:a="http://schemas.openxmlformats.org/drawingml/2006/main" noGrp="1"/>
          </p:cNvSpPr>
          <p:nvPr/>
        </p:nvSpPr>
        <p:spPr>
          <a:xfrm xmlns:a="http://schemas.openxmlformats.org/drawingml/2006/main">
            <a:off x="790575" y="3057525"/>
            <a:ext cx="114300" cy="114300"/>
          </a:xfrm>
          <a:prstGeom xmlns:a="http://schemas.openxmlformats.org/drawingml/2006/main" prst="ellipse">
            <a:avLst/>
          </a:prstGeom>
          <a:solidFill xmlns:a="http://schemas.openxmlformats.org/drawingml/2006/main">
            <a:srgbClr val="00A88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8D35F1D-E91D-4D97-8773-D0A36EEC362C}"/>
              </a:ext>
            </a:extLst>
          </p:cNvPr>
          <p:cNvSpPr>
            <a:spLocks xmlns:a="http://schemas.openxmlformats.org/drawingml/2006/main" noGrp="1"/>
          </p:cNvSpPr>
          <p:nvPr/>
        </p:nvSpPr>
        <p:spPr>
          <a:xfrm xmlns:a="http://schemas.openxmlformats.org/drawingml/2006/main">
            <a:off x="1123950" y="2962275"/>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575" b="0">
                <a:solidFill>
                  <a:srgbClr val="24374B"/>
                </a:solidFill>
              </a:defRPr>
            </a:lvl1pPr>
            <a:lvl2pPr>
              <a:buNone/>
              <a:defRPr sz="1575" b="0">
                <a:solidFill>
                  <a:srgbClr val="24374B"/>
                </a:solidFill>
              </a:defRPr>
            </a:lvl2pPr>
            <a:lvl3pPr>
              <a:buNone/>
              <a:defRPr sz="1575" b="0">
                <a:solidFill>
                  <a:srgbClr val="24374B"/>
                </a:solidFill>
              </a:defRPr>
            </a:lvl3pPr>
            <a:lvl4pPr>
              <a:buNone/>
              <a:defRPr sz="1575" b="0">
                <a:solidFill>
                  <a:srgbClr val="24374B"/>
                </a:solidFill>
              </a:defRPr>
            </a:lvl4pPr>
            <a:lvl5pPr>
              <a:buNone/>
              <a:defRPr sz="1575" b="0">
                <a:solidFill>
                  <a:srgbClr val="24374B"/>
                </a:solidFill>
              </a:defRPr>
            </a:lvl5pPr>
            <a:lvl6pPr>
              <a:buNone/>
              <a:defRPr sz="1575" b="0">
                <a:solidFill>
                  <a:srgbClr val="24374B"/>
                </a:solidFill>
              </a:defRPr>
            </a:lvl6pPr>
            <a:lvl7pPr>
              <a:buNone/>
              <a:defRPr sz="1575" b="0">
                <a:solidFill>
                  <a:srgbClr val="24374B"/>
                </a:solidFill>
              </a:defRPr>
            </a:lvl7pPr>
            <a:lvl8pPr>
              <a:buNone/>
              <a:defRPr sz="1575" b="0">
                <a:solidFill>
                  <a:srgbClr val="24374B"/>
                </a:solidFill>
              </a:defRPr>
            </a:lvl8pPr>
            <a:lvl9pPr>
              <a:buNone/>
              <a:defRPr sz="1575" b="0">
                <a:solidFill>
                  <a:srgbClr val="24374B"/>
                </a:solidFill>
              </a:defRPr>
            </a:lvl9pPr>
          </a:lstStyle>
          <a:p xmlns:a="http://schemas.openxmlformats.org/drawingml/2006/main">
            <a:pPr>
              <a:buNone/>
              <a:defRPr sz="1575" b="0">
                <a:solidFill>
                  <a:srgbClr val="24374B"/>
                </a:solidFill>
              </a:defRPr>
            </a:pPr>
            <a:r>
              <a:rPr sz="1575" b="0">
                <a:solidFill>
                  <a:srgbClr val="24374B"/>
                </a:solidFill>
              </a:rPr>
              <a:t>Ask for a small change with explicit constraints and expected behavior.</a:t>
            </a:r>
          </a:p>
        </p:txBody>
      </p:sp>
      <p:sp>
        <p:nvSpPr>
          <p:cNvPr id="9" name="">
            <a:extLst xmlns:a="http://schemas.openxmlformats.org/drawingml/2006/main">
              <a:ext uri="{FF2B5EF4-FFF2-40B4-BE49-F238E27FC236}">
                <a16:creationId xmlns:a16="http://schemas.microsoft.com/office/drawing/2014/main" id="{0591CBB8-EF6B-4CC2-A407-A91A10A24273}"/>
              </a:ext>
            </a:extLst>
          </p:cNvPr>
          <p:cNvSpPr>
            <a:spLocks xmlns:a="http://schemas.openxmlformats.org/drawingml/2006/main" noGrp="1"/>
          </p:cNvSpPr>
          <p:nvPr/>
        </p:nvSpPr>
        <p:spPr>
          <a:xfrm xmlns:a="http://schemas.openxmlformats.org/drawingml/2006/main">
            <a:off x="790575" y="3781425"/>
            <a:ext cx="114300" cy="114300"/>
          </a:xfrm>
          <a:prstGeom xmlns:a="http://schemas.openxmlformats.org/drawingml/2006/main" prst="ellipse">
            <a:avLst/>
          </a:prstGeom>
          <a:solidFill xmlns:a="http://schemas.openxmlformats.org/drawingml/2006/main">
            <a:srgbClr val="00A88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B7C6348-81A7-414E-AF00-0529D8D12B06}"/>
              </a:ext>
            </a:extLst>
          </p:cNvPr>
          <p:cNvSpPr>
            <a:spLocks xmlns:a="http://schemas.openxmlformats.org/drawingml/2006/main" noGrp="1"/>
          </p:cNvSpPr>
          <p:nvPr/>
        </p:nvSpPr>
        <p:spPr>
          <a:xfrm xmlns:a="http://schemas.openxmlformats.org/drawingml/2006/main">
            <a:off x="1123950" y="3686175"/>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575" b="0">
                <a:solidFill>
                  <a:srgbClr val="24374B"/>
                </a:solidFill>
              </a:defRPr>
            </a:lvl1pPr>
            <a:lvl2pPr>
              <a:buNone/>
              <a:defRPr sz="1575" b="0">
                <a:solidFill>
                  <a:srgbClr val="24374B"/>
                </a:solidFill>
              </a:defRPr>
            </a:lvl2pPr>
            <a:lvl3pPr>
              <a:buNone/>
              <a:defRPr sz="1575" b="0">
                <a:solidFill>
                  <a:srgbClr val="24374B"/>
                </a:solidFill>
              </a:defRPr>
            </a:lvl3pPr>
            <a:lvl4pPr>
              <a:buNone/>
              <a:defRPr sz="1575" b="0">
                <a:solidFill>
                  <a:srgbClr val="24374B"/>
                </a:solidFill>
              </a:defRPr>
            </a:lvl4pPr>
            <a:lvl5pPr>
              <a:buNone/>
              <a:defRPr sz="1575" b="0">
                <a:solidFill>
                  <a:srgbClr val="24374B"/>
                </a:solidFill>
              </a:defRPr>
            </a:lvl5pPr>
            <a:lvl6pPr>
              <a:buNone/>
              <a:defRPr sz="1575" b="0">
                <a:solidFill>
                  <a:srgbClr val="24374B"/>
                </a:solidFill>
              </a:defRPr>
            </a:lvl6pPr>
            <a:lvl7pPr>
              <a:buNone/>
              <a:defRPr sz="1575" b="0">
                <a:solidFill>
                  <a:srgbClr val="24374B"/>
                </a:solidFill>
              </a:defRPr>
            </a:lvl7pPr>
            <a:lvl8pPr>
              <a:buNone/>
              <a:defRPr sz="1575" b="0">
                <a:solidFill>
                  <a:srgbClr val="24374B"/>
                </a:solidFill>
              </a:defRPr>
            </a:lvl8pPr>
            <a:lvl9pPr>
              <a:buNone/>
              <a:defRPr sz="1575" b="0">
                <a:solidFill>
                  <a:srgbClr val="24374B"/>
                </a:solidFill>
              </a:defRPr>
            </a:lvl9pPr>
          </a:lstStyle>
          <a:p xmlns:a="http://schemas.openxmlformats.org/drawingml/2006/main">
            <a:pPr>
              <a:buNone/>
              <a:defRPr sz="1575" b="0">
                <a:solidFill>
                  <a:srgbClr val="24374B"/>
                </a:solidFill>
              </a:defRPr>
            </a:pPr>
            <a:r>
              <a:rPr sz="1575" b="0">
                <a:solidFill>
                  <a:srgbClr val="24374B"/>
                </a:solidFill>
              </a:rPr>
              <a:t>Review the diff, run checks, and test edge cases before accepting it.</a:t>
            </a:r>
          </a:p>
        </p:txBody>
      </p:sp>
    </p:spTree>
    <p:extLst>
      <p:ext uri="{BB962C8B-B14F-4D97-AF65-F5344CB8AC3E}">
        <p14:creationId xmlns:p14="http://schemas.microsoft.com/office/powerpoint/2010/main" val="1148418825"/>
      </p:ext>
    </p:extLst>
  </p:cSld>
</p:sld>
</file>

<file path=ppt/slides/slide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384DEB9-9D11-4AD3-8244-E9DD756EDA66}"/>
              </a:ext>
            </a:extLst>
          </p:cNvPr>
          <p:cNvSpPr>
            <a:spLocks xmlns:a="http://schemas.openxmlformats.org/drawingml/2006/main" noGrp="1"/>
          </p:cNvSpPr>
          <p:nvPr/>
        </p:nvSpPr>
        <p:spPr>
          <a:xfrm xmlns:a="http://schemas.openxmlformats.org/drawingml/2006/main">
            <a:off x="723900" y="45720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975" b="1">
                <a:solidFill>
                  <a:srgbClr val="52647A"/>
                </a:solidFill>
              </a:defRPr>
            </a:lvl1pPr>
            <a:lvl2pPr>
              <a:buNone/>
              <a:defRPr sz="975" b="1">
                <a:solidFill>
                  <a:srgbClr val="52647A"/>
                </a:solidFill>
              </a:defRPr>
            </a:lvl2pPr>
            <a:lvl3pPr>
              <a:buNone/>
              <a:defRPr sz="975" b="1">
                <a:solidFill>
                  <a:srgbClr val="52647A"/>
                </a:solidFill>
              </a:defRPr>
            </a:lvl3pPr>
            <a:lvl4pPr>
              <a:buNone/>
              <a:defRPr sz="975" b="1">
                <a:solidFill>
                  <a:srgbClr val="52647A"/>
                </a:solidFill>
              </a:defRPr>
            </a:lvl4pPr>
            <a:lvl5pPr>
              <a:buNone/>
              <a:defRPr sz="975" b="1">
                <a:solidFill>
                  <a:srgbClr val="52647A"/>
                </a:solidFill>
              </a:defRPr>
            </a:lvl5pPr>
            <a:lvl6pPr>
              <a:buNone/>
              <a:defRPr sz="975" b="1">
                <a:solidFill>
                  <a:srgbClr val="52647A"/>
                </a:solidFill>
              </a:defRPr>
            </a:lvl6pPr>
            <a:lvl7pPr>
              <a:buNone/>
              <a:defRPr sz="975" b="1">
                <a:solidFill>
                  <a:srgbClr val="52647A"/>
                </a:solidFill>
              </a:defRPr>
            </a:lvl7pPr>
            <a:lvl8pPr>
              <a:buNone/>
              <a:defRPr sz="975" b="1">
                <a:solidFill>
                  <a:srgbClr val="52647A"/>
                </a:solidFill>
              </a:defRPr>
            </a:lvl8pPr>
            <a:lvl9pPr>
              <a:buNone/>
              <a:defRPr sz="975" b="1">
                <a:solidFill>
                  <a:srgbClr val="52647A"/>
                </a:solidFill>
              </a:defRPr>
            </a:lvl9pPr>
          </a:lstStyle>
          <a:p xmlns:a="http://schemas.openxmlformats.org/drawingml/2006/main">
            <a:pPr>
              <a:buNone/>
              <a:defRPr sz="975" b="1">
                <a:solidFill>
                  <a:srgbClr val="52647A"/>
                </a:solidFill>
              </a:defRPr>
            </a:pPr>
            <a:r>
              <a:rPr sz="975" b="1">
                <a:solidFill>
                  <a:srgbClr val="52647A"/>
                </a:solidFill>
              </a:rPr>
              <a:t>GENERATIVE AI IN SOFTWARE DEVELOPMENT</a:t>
            </a:r>
          </a:p>
        </p:txBody>
      </p:sp>
      <p:sp>
        <p:nvSpPr>
          <p:cNvPr id="2" name="">
            <a:extLst xmlns:a="http://schemas.openxmlformats.org/drawingml/2006/main">
              <a:ext uri="{FF2B5EF4-FFF2-40B4-BE49-F238E27FC236}">
                <a16:creationId xmlns:a16="http://schemas.microsoft.com/office/drawing/2014/main" id="{276FCB07-0287-47FA-A834-342AFCC9C28B}"/>
              </a:ext>
            </a:extLst>
          </p:cNvPr>
          <p:cNvSpPr>
            <a:spLocks xmlns:a="http://schemas.openxmlformats.org/drawingml/2006/main" noGrp="1"/>
          </p:cNvSpPr>
          <p:nvPr/>
        </p:nvSpPr>
        <p:spPr>
          <a:xfrm xmlns:a="http://schemas.openxmlformats.org/drawingml/2006/main">
            <a:off x="10477500" y="6257925"/>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900" b="0">
                <a:solidFill>
                  <a:srgbClr val="718096"/>
                </a:solidFill>
              </a:defRPr>
            </a:lvl1pPr>
            <a:lvl2pPr>
              <a:buNone/>
              <a:defRPr sz="900" b="0">
                <a:solidFill>
                  <a:srgbClr val="718096"/>
                </a:solidFill>
              </a:defRPr>
            </a:lvl2pPr>
            <a:lvl3pPr>
              <a:buNone/>
              <a:defRPr sz="900" b="0">
                <a:solidFill>
                  <a:srgbClr val="718096"/>
                </a:solidFill>
              </a:defRPr>
            </a:lvl3pPr>
            <a:lvl4pPr>
              <a:buNone/>
              <a:defRPr sz="900" b="0">
                <a:solidFill>
                  <a:srgbClr val="718096"/>
                </a:solidFill>
              </a:defRPr>
            </a:lvl4pPr>
            <a:lvl5pPr>
              <a:buNone/>
              <a:defRPr sz="900" b="0">
                <a:solidFill>
                  <a:srgbClr val="718096"/>
                </a:solidFill>
              </a:defRPr>
            </a:lvl5pPr>
            <a:lvl6pPr>
              <a:buNone/>
              <a:defRPr sz="900" b="0">
                <a:solidFill>
                  <a:srgbClr val="718096"/>
                </a:solidFill>
              </a:defRPr>
            </a:lvl6pPr>
            <a:lvl7pPr>
              <a:buNone/>
              <a:defRPr sz="900" b="0">
                <a:solidFill>
                  <a:srgbClr val="718096"/>
                </a:solidFill>
              </a:defRPr>
            </a:lvl7pPr>
            <a:lvl8pPr>
              <a:buNone/>
              <a:defRPr sz="900" b="0">
                <a:solidFill>
                  <a:srgbClr val="718096"/>
                </a:solidFill>
              </a:defRPr>
            </a:lvl8pPr>
            <a:lvl9pPr>
              <a:buNone/>
              <a:defRPr sz="900" b="0">
                <a:solidFill>
                  <a:srgbClr val="718096"/>
                </a:solidFill>
              </a:defRPr>
            </a:lvl9pPr>
          </a:lstStyle>
          <a:p xmlns:a="http://schemas.openxmlformats.org/drawingml/2006/main">
            <a:pPr>
              <a:buNone/>
              <a:defRPr sz="900" b="0">
                <a:solidFill>
                  <a:srgbClr val="718096"/>
                </a:solidFill>
              </a:defRPr>
            </a:pPr>
            <a:r>
              <a:rPr sz="900" b="0">
                <a:solidFill>
                  <a:srgbClr val="718096"/>
                </a:solidFill>
              </a:rPr>
              <a:t>07 / 10</a:t>
            </a:r>
          </a:p>
        </p:txBody>
      </p:sp>
      <p:sp>
        <p:nvSpPr>
          <p:cNvPr id="3" name="">
            <a:extLst xmlns:a="http://schemas.openxmlformats.org/drawingml/2006/main">
              <a:ext uri="{FF2B5EF4-FFF2-40B4-BE49-F238E27FC236}">
                <a16:creationId xmlns:a16="http://schemas.microsoft.com/office/drawing/2014/main" id="{F965B3F6-AA62-4C76-A61D-603EEE626D3B}"/>
              </a:ext>
            </a:extLst>
          </p:cNvPr>
          <p:cNvSpPr>
            <a:spLocks xmlns:a="http://schemas.openxmlformats.org/drawingml/2006/main" noGrp="1"/>
          </p:cNvSpPr>
          <p:nvPr/>
        </p:nvSpPr>
        <p:spPr>
          <a:xfrm xmlns:a="http://schemas.openxmlformats.org/drawingml/2006/main">
            <a:off x="723900" y="6553200"/>
            <a:ext cx="10744200" cy="38100"/>
          </a:xfrm>
          <a:prstGeom xmlns:a="http://schemas.openxmlformats.org/drawingml/2006/main" prst="rect">
            <a:avLst/>
          </a:prstGeom>
          <a:solidFill xmlns:a="http://schemas.openxmlformats.org/drawingml/2006/main">
            <a:srgbClr val="22C3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5F2DB0A-28F7-4D9A-A43F-35B6F56E009C}"/>
              </a:ext>
            </a:extLst>
          </p:cNvPr>
          <p:cNvSpPr>
            <a:spLocks xmlns:a="http://schemas.openxmlformats.org/drawingml/2006/main" noGrp="1"/>
          </p:cNvSpPr>
          <p:nvPr/>
        </p:nvSpPr>
        <p:spPr>
          <a:xfrm xmlns:a="http://schemas.openxmlformats.org/drawingml/2006/main">
            <a:off x="723900" y="10001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2700" b="1">
                <a:solidFill>
                  <a:srgbClr val="10243A"/>
                </a:solidFill>
              </a:defRPr>
            </a:lvl1pPr>
            <a:lvl2pPr>
              <a:buNone/>
              <a:defRPr sz="2700" b="1">
                <a:solidFill>
                  <a:srgbClr val="10243A"/>
                </a:solidFill>
              </a:defRPr>
            </a:lvl2pPr>
            <a:lvl3pPr>
              <a:buNone/>
              <a:defRPr sz="2700" b="1">
                <a:solidFill>
                  <a:srgbClr val="10243A"/>
                </a:solidFill>
              </a:defRPr>
            </a:lvl3pPr>
            <a:lvl4pPr>
              <a:buNone/>
              <a:defRPr sz="2700" b="1">
                <a:solidFill>
                  <a:srgbClr val="10243A"/>
                </a:solidFill>
              </a:defRPr>
            </a:lvl4pPr>
            <a:lvl5pPr>
              <a:buNone/>
              <a:defRPr sz="2700" b="1">
                <a:solidFill>
                  <a:srgbClr val="10243A"/>
                </a:solidFill>
              </a:defRPr>
            </a:lvl5pPr>
            <a:lvl6pPr>
              <a:buNone/>
              <a:defRPr sz="2700" b="1">
                <a:solidFill>
                  <a:srgbClr val="10243A"/>
                </a:solidFill>
              </a:defRPr>
            </a:lvl6pPr>
            <a:lvl7pPr>
              <a:buNone/>
              <a:defRPr sz="2700" b="1">
                <a:solidFill>
                  <a:srgbClr val="10243A"/>
                </a:solidFill>
              </a:defRPr>
            </a:lvl7pPr>
            <a:lvl8pPr>
              <a:buNone/>
              <a:defRPr sz="2700" b="1">
                <a:solidFill>
                  <a:srgbClr val="10243A"/>
                </a:solidFill>
              </a:defRPr>
            </a:lvl8pPr>
            <a:lvl9pPr>
              <a:buNone/>
              <a:defRPr sz="2700" b="1">
                <a:solidFill>
                  <a:srgbClr val="10243A"/>
                </a:solidFill>
              </a:defRPr>
            </a:lvl9pPr>
          </a:lstStyle>
          <a:p xmlns:a="http://schemas.openxmlformats.org/drawingml/2006/main">
            <a:pPr>
              <a:buNone/>
              <a:defRPr sz="2700" b="1">
                <a:solidFill>
                  <a:srgbClr val="10243A"/>
                </a:solidFill>
              </a:defRPr>
            </a:pPr>
            <a:r>
              <a:rPr sz="2700" b="1">
                <a:solidFill>
                  <a:srgbClr val="10243A"/>
                </a:solidFill>
              </a:rPr>
              <a:t>Benefits and limits</a:t>
            </a:r>
          </a:p>
        </p:txBody>
      </p:sp>
      <p:sp>
        <p:nvSpPr>
          <p:cNvPr id="5" name="">
            <a:extLst xmlns:a="http://schemas.openxmlformats.org/drawingml/2006/main">
              <a:ext uri="{FF2B5EF4-FFF2-40B4-BE49-F238E27FC236}">
                <a16:creationId xmlns:a16="http://schemas.microsoft.com/office/drawing/2014/main" id="{102F5C1C-9D27-4CE3-8ED2-47B88024C515}"/>
              </a:ext>
            </a:extLst>
          </p:cNvPr>
          <p:cNvSpPr>
            <a:spLocks xmlns:a="http://schemas.openxmlformats.org/drawingml/2006/main" noGrp="1"/>
          </p:cNvSpPr>
          <p:nvPr/>
        </p:nvSpPr>
        <p:spPr>
          <a:xfrm xmlns:a="http://schemas.openxmlformats.org/drawingml/2006/main">
            <a:off x="790575" y="2333625"/>
            <a:ext cx="114300" cy="114300"/>
          </a:xfrm>
          <a:prstGeom xmlns:a="http://schemas.openxmlformats.org/drawingml/2006/main" prst="ellipse">
            <a:avLst/>
          </a:prstGeom>
          <a:solidFill xmlns:a="http://schemas.openxmlformats.org/drawingml/2006/main">
            <a:srgbClr val="00A88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23D8CFC-68DB-443F-8814-D1B022CB16B3}"/>
              </a:ext>
            </a:extLst>
          </p:cNvPr>
          <p:cNvSpPr>
            <a:spLocks xmlns:a="http://schemas.openxmlformats.org/drawingml/2006/main" noGrp="1"/>
          </p:cNvSpPr>
          <p:nvPr/>
        </p:nvSpPr>
        <p:spPr>
          <a:xfrm xmlns:a="http://schemas.openxmlformats.org/drawingml/2006/main">
            <a:off x="1123950" y="2238375"/>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575" b="0">
                <a:solidFill>
                  <a:srgbClr val="24374B"/>
                </a:solidFill>
              </a:defRPr>
            </a:lvl1pPr>
            <a:lvl2pPr>
              <a:buNone/>
              <a:defRPr sz="1575" b="0">
                <a:solidFill>
                  <a:srgbClr val="24374B"/>
                </a:solidFill>
              </a:defRPr>
            </a:lvl2pPr>
            <a:lvl3pPr>
              <a:buNone/>
              <a:defRPr sz="1575" b="0">
                <a:solidFill>
                  <a:srgbClr val="24374B"/>
                </a:solidFill>
              </a:defRPr>
            </a:lvl3pPr>
            <a:lvl4pPr>
              <a:buNone/>
              <a:defRPr sz="1575" b="0">
                <a:solidFill>
                  <a:srgbClr val="24374B"/>
                </a:solidFill>
              </a:defRPr>
            </a:lvl4pPr>
            <a:lvl5pPr>
              <a:buNone/>
              <a:defRPr sz="1575" b="0">
                <a:solidFill>
                  <a:srgbClr val="24374B"/>
                </a:solidFill>
              </a:defRPr>
            </a:lvl5pPr>
            <a:lvl6pPr>
              <a:buNone/>
              <a:defRPr sz="1575" b="0">
                <a:solidFill>
                  <a:srgbClr val="24374B"/>
                </a:solidFill>
              </a:defRPr>
            </a:lvl6pPr>
            <a:lvl7pPr>
              <a:buNone/>
              <a:defRPr sz="1575" b="0">
                <a:solidFill>
                  <a:srgbClr val="24374B"/>
                </a:solidFill>
              </a:defRPr>
            </a:lvl7pPr>
            <a:lvl8pPr>
              <a:buNone/>
              <a:defRPr sz="1575" b="0">
                <a:solidFill>
                  <a:srgbClr val="24374B"/>
                </a:solidFill>
              </a:defRPr>
            </a:lvl8pPr>
            <a:lvl9pPr>
              <a:buNone/>
              <a:defRPr sz="1575" b="0">
                <a:solidFill>
                  <a:srgbClr val="24374B"/>
                </a:solidFill>
              </a:defRPr>
            </a:lvl9pPr>
          </a:lstStyle>
          <a:p xmlns:a="http://schemas.openxmlformats.org/drawingml/2006/main">
            <a:pPr>
              <a:buNone/>
              <a:defRPr sz="1575" b="0">
                <a:solidFill>
                  <a:srgbClr val="24374B"/>
                </a:solidFill>
              </a:defRPr>
            </a:pPr>
            <a:r>
              <a:rPr sz="1575" b="0">
                <a:solidFill>
                  <a:srgbClr val="24374B"/>
                </a:solidFill>
              </a:rPr>
              <a:t>Fast drafts can reduce time spent on routine first passes.</a:t>
            </a:r>
          </a:p>
        </p:txBody>
      </p:sp>
      <p:sp>
        <p:nvSpPr>
          <p:cNvPr id="7" name="">
            <a:extLst xmlns:a="http://schemas.openxmlformats.org/drawingml/2006/main">
              <a:ext uri="{FF2B5EF4-FFF2-40B4-BE49-F238E27FC236}">
                <a16:creationId xmlns:a16="http://schemas.microsoft.com/office/drawing/2014/main" id="{7033BBF0-CE97-422D-9AC7-D64D7A5CF4FB}"/>
              </a:ext>
            </a:extLst>
          </p:cNvPr>
          <p:cNvSpPr>
            <a:spLocks xmlns:a="http://schemas.openxmlformats.org/drawingml/2006/main" noGrp="1"/>
          </p:cNvSpPr>
          <p:nvPr/>
        </p:nvSpPr>
        <p:spPr>
          <a:xfrm xmlns:a="http://schemas.openxmlformats.org/drawingml/2006/main">
            <a:off x="790575" y="3057525"/>
            <a:ext cx="114300" cy="114300"/>
          </a:xfrm>
          <a:prstGeom xmlns:a="http://schemas.openxmlformats.org/drawingml/2006/main" prst="ellipse">
            <a:avLst/>
          </a:prstGeom>
          <a:solidFill xmlns:a="http://schemas.openxmlformats.org/drawingml/2006/main">
            <a:srgbClr val="00A88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20B2362-1153-46BB-8E43-F4463ACA56E6}"/>
              </a:ext>
            </a:extLst>
          </p:cNvPr>
          <p:cNvSpPr>
            <a:spLocks xmlns:a="http://schemas.openxmlformats.org/drawingml/2006/main" noGrp="1"/>
          </p:cNvSpPr>
          <p:nvPr/>
        </p:nvSpPr>
        <p:spPr>
          <a:xfrm xmlns:a="http://schemas.openxmlformats.org/drawingml/2006/main">
            <a:off x="1123950" y="2962275"/>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575" b="0">
                <a:solidFill>
                  <a:srgbClr val="24374B"/>
                </a:solidFill>
              </a:defRPr>
            </a:lvl1pPr>
            <a:lvl2pPr>
              <a:buNone/>
              <a:defRPr sz="1575" b="0">
                <a:solidFill>
                  <a:srgbClr val="24374B"/>
                </a:solidFill>
              </a:defRPr>
            </a:lvl2pPr>
            <a:lvl3pPr>
              <a:buNone/>
              <a:defRPr sz="1575" b="0">
                <a:solidFill>
                  <a:srgbClr val="24374B"/>
                </a:solidFill>
              </a:defRPr>
            </a:lvl3pPr>
            <a:lvl4pPr>
              <a:buNone/>
              <a:defRPr sz="1575" b="0">
                <a:solidFill>
                  <a:srgbClr val="24374B"/>
                </a:solidFill>
              </a:defRPr>
            </a:lvl4pPr>
            <a:lvl5pPr>
              <a:buNone/>
              <a:defRPr sz="1575" b="0">
                <a:solidFill>
                  <a:srgbClr val="24374B"/>
                </a:solidFill>
              </a:defRPr>
            </a:lvl5pPr>
            <a:lvl6pPr>
              <a:buNone/>
              <a:defRPr sz="1575" b="0">
                <a:solidFill>
                  <a:srgbClr val="24374B"/>
                </a:solidFill>
              </a:defRPr>
            </a:lvl6pPr>
            <a:lvl7pPr>
              <a:buNone/>
              <a:defRPr sz="1575" b="0">
                <a:solidFill>
                  <a:srgbClr val="24374B"/>
                </a:solidFill>
              </a:defRPr>
            </a:lvl7pPr>
            <a:lvl8pPr>
              <a:buNone/>
              <a:defRPr sz="1575" b="0">
                <a:solidFill>
                  <a:srgbClr val="24374B"/>
                </a:solidFill>
              </a:defRPr>
            </a:lvl8pPr>
            <a:lvl9pPr>
              <a:buNone/>
              <a:defRPr sz="1575" b="0">
                <a:solidFill>
                  <a:srgbClr val="24374B"/>
                </a:solidFill>
              </a:defRPr>
            </a:lvl9pPr>
          </a:lstStyle>
          <a:p xmlns:a="http://schemas.openxmlformats.org/drawingml/2006/main">
            <a:pPr>
              <a:buNone/>
              <a:defRPr sz="1575" b="0">
                <a:solidFill>
                  <a:srgbClr val="24374B"/>
                </a:solidFill>
              </a:defRPr>
            </a:pPr>
            <a:r>
              <a:rPr sz="1575" b="0">
                <a:solidFill>
                  <a:srgbClr val="24374B"/>
                </a:solidFill>
              </a:rPr>
              <a:t>Output quality varies with task, context, and tool configuration.</a:t>
            </a:r>
          </a:p>
        </p:txBody>
      </p:sp>
      <p:sp>
        <p:nvSpPr>
          <p:cNvPr id="9" name="">
            <a:extLst xmlns:a="http://schemas.openxmlformats.org/drawingml/2006/main">
              <a:ext uri="{FF2B5EF4-FFF2-40B4-BE49-F238E27FC236}">
                <a16:creationId xmlns:a16="http://schemas.microsoft.com/office/drawing/2014/main" id="{6773545D-D467-4209-9BEB-AB742CD4F65F}"/>
              </a:ext>
            </a:extLst>
          </p:cNvPr>
          <p:cNvSpPr>
            <a:spLocks xmlns:a="http://schemas.openxmlformats.org/drawingml/2006/main" noGrp="1"/>
          </p:cNvSpPr>
          <p:nvPr/>
        </p:nvSpPr>
        <p:spPr>
          <a:xfrm xmlns:a="http://schemas.openxmlformats.org/drawingml/2006/main">
            <a:off x="790575" y="3781425"/>
            <a:ext cx="114300" cy="114300"/>
          </a:xfrm>
          <a:prstGeom xmlns:a="http://schemas.openxmlformats.org/drawingml/2006/main" prst="ellipse">
            <a:avLst/>
          </a:prstGeom>
          <a:solidFill xmlns:a="http://schemas.openxmlformats.org/drawingml/2006/main">
            <a:srgbClr val="00A88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6D34C02-581C-431B-A06D-5FB3D75C4835}"/>
              </a:ext>
            </a:extLst>
          </p:cNvPr>
          <p:cNvSpPr>
            <a:spLocks xmlns:a="http://schemas.openxmlformats.org/drawingml/2006/main" noGrp="1"/>
          </p:cNvSpPr>
          <p:nvPr/>
        </p:nvSpPr>
        <p:spPr>
          <a:xfrm xmlns:a="http://schemas.openxmlformats.org/drawingml/2006/main">
            <a:off x="1123950" y="3686175"/>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575" b="0">
                <a:solidFill>
                  <a:srgbClr val="24374B"/>
                </a:solidFill>
              </a:defRPr>
            </a:lvl1pPr>
            <a:lvl2pPr>
              <a:buNone/>
              <a:defRPr sz="1575" b="0">
                <a:solidFill>
                  <a:srgbClr val="24374B"/>
                </a:solidFill>
              </a:defRPr>
            </a:lvl2pPr>
            <a:lvl3pPr>
              <a:buNone/>
              <a:defRPr sz="1575" b="0">
                <a:solidFill>
                  <a:srgbClr val="24374B"/>
                </a:solidFill>
              </a:defRPr>
            </a:lvl3pPr>
            <a:lvl4pPr>
              <a:buNone/>
              <a:defRPr sz="1575" b="0">
                <a:solidFill>
                  <a:srgbClr val="24374B"/>
                </a:solidFill>
              </a:defRPr>
            </a:lvl4pPr>
            <a:lvl5pPr>
              <a:buNone/>
              <a:defRPr sz="1575" b="0">
                <a:solidFill>
                  <a:srgbClr val="24374B"/>
                </a:solidFill>
              </a:defRPr>
            </a:lvl5pPr>
            <a:lvl6pPr>
              <a:buNone/>
              <a:defRPr sz="1575" b="0">
                <a:solidFill>
                  <a:srgbClr val="24374B"/>
                </a:solidFill>
              </a:defRPr>
            </a:lvl6pPr>
            <a:lvl7pPr>
              <a:buNone/>
              <a:defRPr sz="1575" b="0">
                <a:solidFill>
                  <a:srgbClr val="24374B"/>
                </a:solidFill>
              </a:defRPr>
            </a:lvl7pPr>
            <a:lvl8pPr>
              <a:buNone/>
              <a:defRPr sz="1575" b="0">
                <a:solidFill>
                  <a:srgbClr val="24374B"/>
                </a:solidFill>
              </a:defRPr>
            </a:lvl8pPr>
            <a:lvl9pPr>
              <a:buNone/>
              <a:defRPr sz="1575" b="0">
                <a:solidFill>
                  <a:srgbClr val="24374B"/>
                </a:solidFill>
              </a:defRPr>
            </a:lvl9pPr>
          </a:lstStyle>
          <a:p xmlns:a="http://schemas.openxmlformats.org/drawingml/2006/main">
            <a:pPr>
              <a:buNone/>
              <a:defRPr sz="1575" b="0">
                <a:solidFill>
                  <a:srgbClr val="24374B"/>
                </a:solidFill>
              </a:defRPr>
            </a:pPr>
            <a:r>
              <a:rPr sz="1575" b="0">
                <a:solidFill>
                  <a:srgbClr val="24374B"/>
                </a:solidFill>
              </a:rPr>
              <a:t>Generated code may be incorrect, insecure, incomplete, or poorly matched to a project.</a:t>
            </a:r>
          </a:p>
        </p:txBody>
      </p:sp>
    </p:spTree>
    <p:extLst>
      <p:ext uri="{BB962C8B-B14F-4D97-AF65-F5344CB8AC3E}">
        <p14:creationId xmlns:p14="http://schemas.microsoft.com/office/powerpoint/2010/main" val="212679501"/>
      </p:ext>
    </p:extLst>
  </p:cSld>
</p:sld>
</file>

<file path=ppt/slides/slide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EE05AC9-9879-4EE8-875A-649FDBFE8088}"/>
              </a:ext>
            </a:extLst>
          </p:cNvPr>
          <p:cNvSpPr>
            <a:spLocks xmlns:a="http://schemas.openxmlformats.org/drawingml/2006/main" noGrp="1"/>
          </p:cNvSpPr>
          <p:nvPr/>
        </p:nvSpPr>
        <p:spPr>
          <a:xfrm xmlns:a="http://schemas.openxmlformats.org/drawingml/2006/main">
            <a:off x="723900" y="45720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975" b="1">
                <a:solidFill>
                  <a:srgbClr val="52647A"/>
                </a:solidFill>
              </a:defRPr>
            </a:lvl1pPr>
            <a:lvl2pPr>
              <a:buNone/>
              <a:defRPr sz="975" b="1">
                <a:solidFill>
                  <a:srgbClr val="52647A"/>
                </a:solidFill>
              </a:defRPr>
            </a:lvl2pPr>
            <a:lvl3pPr>
              <a:buNone/>
              <a:defRPr sz="975" b="1">
                <a:solidFill>
                  <a:srgbClr val="52647A"/>
                </a:solidFill>
              </a:defRPr>
            </a:lvl3pPr>
            <a:lvl4pPr>
              <a:buNone/>
              <a:defRPr sz="975" b="1">
                <a:solidFill>
                  <a:srgbClr val="52647A"/>
                </a:solidFill>
              </a:defRPr>
            </a:lvl4pPr>
            <a:lvl5pPr>
              <a:buNone/>
              <a:defRPr sz="975" b="1">
                <a:solidFill>
                  <a:srgbClr val="52647A"/>
                </a:solidFill>
              </a:defRPr>
            </a:lvl5pPr>
            <a:lvl6pPr>
              <a:buNone/>
              <a:defRPr sz="975" b="1">
                <a:solidFill>
                  <a:srgbClr val="52647A"/>
                </a:solidFill>
              </a:defRPr>
            </a:lvl6pPr>
            <a:lvl7pPr>
              <a:buNone/>
              <a:defRPr sz="975" b="1">
                <a:solidFill>
                  <a:srgbClr val="52647A"/>
                </a:solidFill>
              </a:defRPr>
            </a:lvl7pPr>
            <a:lvl8pPr>
              <a:buNone/>
              <a:defRPr sz="975" b="1">
                <a:solidFill>
                  <a:srgbClr val="52647A"/>
                </a:solidFill>
              </a:defRPr>
            </a:lvl8pPr>
            <a:lvl9pPr>
              <a:buNone/>
              <a:defRPr sz="975" b="1">
                <a:solidFill>
                  <a:srgbClr val="52647A"/>
                </a:solidFill>
              </a:defRPr>
            </a:lvl9pPr>
          </a:lstStyle>
          <a:p xmlns:a="http://schemas.openxmlformats.org/drawingml/2006/main">
            <a:pPr>
              <a:buNone/>
              <a:defRPr sz="975" b="1">
                <a:solidFill>
                  <a:srgbClr val="52647A"/>
                </a:solidFill>
              </a:defRPr>
            </a:pPr>
            <a:r>
              <a:rPr sz="975" b="1">
                <a:solidFill>
                  <a:srgbClr val="52647A"/>
                </a:solidFill>
              </a:rPr>
              <a:t>GENERATIVE AI IN SOFTWARE DEVELOPMENT</a:t>
            </a:r>
          </a:p>
        </p:txBody>
      </p:sp>
      <p:sp>
        <p:nvSpPr>
          <p:cNvPr id="2" name="">
            <a:extLst xmlns:a="http://schemas.openxmlformats.org/drawingml/2006/main">
              <a:ext uri="{FF2B5EF4-FFF2-40B4-BE49-F238E27FC236}">
                <a16:creationId xmlns:a16="http://schemas.microsoft.com/office/drawing/2014/main" id="{596A8F3C-EC06-4922-840D-BB1CD83BC6E1}"/>
              </a:ext>
            </a:extLst>
          </p:cNvPr>
          <p:cNvSpPr>
            <a:spLocks xmlns:a="http://schemas.openxmlformats.org/drawingml/2006/main" noGrp="1"/>
          </p:cNvSpPr>
          <p:nvPr/>
        </p:nvSpPr>
        <p:spPr>
          <a:xfrm xmlns:a="http://schemas.openxmlformats.org/drawingml/2006/main">
            <a:off x="10477500" y="6257925"/>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900" b="0">
                <a:solidFill>
                  <a:srgbClr val="718096"/>
                </a:solidFill>
              </a:defRPr>
            </a:lvl1pPr>
            <a:lvl2pPr>
              <a:buNone/>
              <a:defRPr sz="900" b="0">
                <a:solidFill>
                  <a:srgbClr val="718096"/>
                </a:solidFill>
              </a:defRPr>
            </a:lvl2pPr>
            <a:lvl3pPr>
              <a:buNone/>
              <a:defRPr sz="900" b="0">
                <a:solidFill>
                  <a:srgbClr val="718096"/>
                </a:solidFill>
              </a:defRPr>
            </a:lvl3pPr>
            <a:lvl4pPr>
              <a:buNone/>
              <a:defRPr sz="900" b="0">
                <a:solidFill>
                  <a:srgbClr val="718096"/>
                </a:solidFill>
              </a:defRPr>
            </a:lvl4pPr>
            <a:lvl5pPr>
              <a:buNone/>
              <a:defRPr sz="900" b="0">
                <a:solidFill>
                  <a:srgbClr val="718096"/>
                </a:solidFill>
              </a:defRPr>
            </a:lvl5pPr>
            <a:lvl6pPr>
              <a:buNone/>
              <a:defRPr sz="900" b="0">
                <a:solidFill>
                  <a:srgbClr val="718096"/>
                </a:solidFill>
              </a:defRPr>
            </a:lvl6pPr>
            <a:lvl7pPr>
              <a:buNone/>
              <a:defRPr sz="900" b="0">
                <a:solidFill>
                  <a:srgbClr val="718096"/>
                </a:solidFill>
              </a:defRPr>
            </a:lvl7pPr>
            <a:lvl8pPr>
              <a:buNone/>
              <a:defRPr sz="900" b="0">
                <a:solidFill>
                  <a:srgbClr val="718096"/>
                </a:solidFill>
              </a:defRPr>
            </a:lvl8pPr>
            <a:lvl9pPr>
              <a:buNone/>
              <a:defRPr sz="900" b="0">
                <a:solidFill>
                  <a:srgbClr val="718096"/>
                </a:solidFill>
              </a:defRPr>
            </a:lvl9pPr>
          </a:lstStyle>
          <a:p xmlns:a="http://schemas.openxmlformats.org/drawingml/2006/main">
            <a:pPr>
              <a:buNone/>
              <a:defRPr sz="900" b="0">
                <a:solidFill>
                  <a:srgbClr val="718096"/>
                </a:solidFill>
              </a:defRPr>
            </a:pPr>
            <a:r>
              <a:rPr sz="900" b="0">
                <a:solidFill>
                  <a:srgbClr val="718096"/>
                </a:solidFill>
              </a:rPr>
              <a:t>08 / 10</a:t>
            </a:r>
          </a:p>
        </p:txBody>
      </p:sp>
      <p:sp>
        <p:nvSpPr>
          <p:cNvPr id="3" name="">
            <a:extLst xmlns:a="http://schemas.openxmlformats.org/drawingml/2006/main">
              <a:ext uri="{FF2B5EF4-FFF2-40B4-BE49-F238E27FC236}">
                <a16:creationId xmlns:a16="http://schemas.microsoft.com/office/drawing/2014/main" id="{3EB16906-A525-4126-867E-258FF3BE886F}"/>
              </a:ext>
            </a:extLst>
          </p:cNvPr>
          <p:cNvSpPr>
            <a:spLocks xmlns:a="http://schemas.openxmlformats.org/drawingml/2006/main" noGrp="1"/>
          </p:cNvSpPr>
          <p:nvPr/>
        </p:nvSpPr>
        <p:spPr>
          <a:xfrm xmlns:a="http://schemas.openxmlformats.org/drawingml/2006/main">
            <a:off x="723900" y="6553200"/>
            <a:ext cx="10744200" cy="38100"/>
          </a:xfrm>
          <a:prstGeom xmlns:a="http://schemas.openxmlformats.org/drawingml/2006/main" prst="rect">
            <a:avLst/>
          </a:prstGeom>
          <a:solidFill xmlns:a="http://schemas.openxmlformats.org/drawingml/2006/main">
            <a:srgbClr val="22C3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AE19DBE-4AB4-4543-8EE4-30BA070DEEB8}"/>
              </a:ext>
            </a:extLst>
          </p:cNvPr>
          <p:cNvSpPr>
            <a:spLocks xmlns:a="http://schemas.openxmlformats.org/drawingml/2006/main" noGrp="1"/>
          </p:cNvSpPr>
          <p:nvPr/>
        </p:nvSpPr>
        <p:spPr>
          <a:xfrm xmlns:a="http://schemas.openxmlformats.org/drawingml/2006/main">
            <a:off x="723900" y="10001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2700" b="1">
                <a:solidFill>
                  <a:srgbClr val="10243A"/>
                </a:solidFill>
              </a:defRPr>
            </a:lvl1pPr>
            <a:lvl2pPr>
              <a:buNone/>
              <a:defRPr sz="2700" b="1">
                <a:solidFill>
                  <a:srgbClr val="10243A"/>
                </a:solidFill>
              </a:defRPr>
            </a:lvl2pPr>
            <a:lvl3pPr>
              <a:buNone/>
              <a:defRPr sz="2700" b="1">
                <a:solidFill>
                  <a:srgbClr val="10243A"/>
                </a:solidFill>
              </a:defRPr>
            </a:lvl3pPr>
            <a:lvl4pPr>
              <a:buNone/>
              <a:defRPr sz="2700" b="1">
                <a:solidFill>
                  <a:srgbClr val="10243A"/>
                </a:solidFill>
              </a:defRPr>
            </a:lvl4pPr>
            <a:lvl5pPr>
              <a:buNone/>
              <a:defRPr sz="2700" b="1">
                <a:solidFill>
                  <a:srgbClr val="10243A"/>
                </a:solidFill>
              </a:defRPr>
            </a:lvl5pPr>
            <a:lvl6pPr>
              <a:buNone/>
              <a:defRPr sz="2700" b="1">
                <a:solidFill>
                  <a:srgbClr val="10243A"/>
                </a:solidFill>
              </a:defRPr>
            </a:lvl6pPr>
            <a:lvl7pPr>
              <a:buNone/>
              <a:defRPr sz="2700" b="1">
                <a:solidFill>
                  <a:srgbClr val="10243A"/>
                </a:solidFill>
              </a:defRPr>
            </a:lvl7pPr>
            <a:lvl8pPr>
              <a:buNone/>
              <a:defRPr sz="2700" b="1">
                <a:solidFill>
                  <a:srgbClr val="10243A"/>
                </a:solidFill>
              </a:defRPr>
            </a:lvl8pPr>
            <a:lvl9pPr>
              <a:buNone/>
              <a:defRPr sz="2700" b="1">
                <a:solidFill>
                  <a:srgbClr val="10243A"/>
                </a:solidFill>
              </a:defRPr>
            </a:lvl9pPr>
          </a:lstStyle>
          <a:p xmlns:a="http://schemas.openxmlformats.org/drawingml/2006/main">
            <a:pPr>
              <a:buNone/>
              <a:defRPr sz="2700" b="1">
                <a:solidFill>
                  <a:srgbClr val="10243A"/>
                </a:solidFill>
              </a:defRPr>
            </a:pPr>
            <a:r>
              <a:rPr sz="2700" b="1">
                <a:solidFill>
                  <a:srgbClr val="10243A"/>
                </a:solidFill>
              </a:rPr>
              <a:t>Risk and responsible use</a:t>
            </a:r>
          </a:p>
        </p:txBody>
      </p:sp>
      <p:sp>
        <p:nvSpPr>
          <p:cNvPr id="5" name="">
            <a:extLst xmlns:a="http://schemas.openxmlformats.org/drawingml/2006/main">
              <a:ext uri="{FF2B5EF4-FFF2-40B4-BE49-F238E27FC236}">
                <a16:creationId xmlns:a16="http://schemas.microsoft.com/office/drawing/2014/main" id="{52451A9D-2E6C-47BB-BF82-1DD35745F602}"/>
              </a:ext>
            </a:extLst>
          </p:cNvPr>
          <p:cNvSpPr>
            <a:spLocks xmlns:a="http://schemas.openxmlformats.org/drawingml/2006/main" noGrp="1"/>
          </p:cNvSpPr>
          <p:nvPr/>
        </p:nvSpPr>
        <p:spPr>
          <a:xfrm xmlns:a="http://schemas.openxmlformats.org/drawingml/2006/main">
            <a:off x="790575" y="2333625"/>
            <a:ext cx="114300" cy="114300"/>
          </a:xfrm>
          <a:prstGeom xmlns:a="http://schemas.openxmlformats.org/drawingml/2006/main" prst="ellipse">
            <a:avLst/>
          </a:prstGeom>
          <a:solidFill xmlns:a="http://schemas.openxmlformats.org/drawingml/2006/main">
            <a:srgbClr val="00A88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9CCAF46-A011-459C-8560-B1A5128FDBB3}"/>
              </a:ext>
            </a:extLst>
          </p:cNvPr>
          <p:cNvSpPr>
            <a:spLocks xmlns:a="http://schemas.openxmlformats.org/drawingml/2006/main" noGrp="1"/>
          </p:cNvSpPr>
          <p:nvPr/>
        </p:nvSpPr>
        <p:spPr>
          <a:xfrm xmlns:a="http://schemas.openxmlformats.org/drawingml/2006/main">
            <a:off x="1123950" y="2238375"/>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575" b="0">
                <a:solidFill>
                  <a:srgbClr val="24374B"/>
                </a:solidFill>
              </a:defRPr>
            </a:lvl1pPr>
            <a:lvl2pPr>
              <a:buNone/>
              <a:defRPr sz="1575" b="0">
                <a:solidFill>
                  <a:srgbClr val="24374B"/>
                </a:solidFill>
              </a:defRPr>
            </a:lvl2pPr>
            <a:lvl3pPr>
              <a:buNone/>
              <a:defRPr sz="1575" b="0">
                <a:solidFill>
                  <a:srgbClr val="24374B"/>
                </a:solidFill>
              </a:defRPr>
            </a:lvl3pPr>
            <a:lvl4pPr>
              <a:buNone/>
              <a:defRPr sz="1575" b="0">
                <a:solidFill>
                  <a:srgbClr val="24374B"/>
                </a:solidFill>
              </a:defRPr>
            </a:lvl4pPr>
            <a:lvl5pPr>
              <a:buNone/>
              <a:defRPr sz="1575" b="0">
                <a:solidFill>
                  <a:srgbClr val="24374B"/>
                </a:solidFill>
              </a:defRPr>
            </a:lvl5pPr>
            <a:lvl6pPr>
              <a:buNone/>
              <a:defRPr sz="1575" b="0">
                <a:solidFill>
                  <a:srgbClr val="24374B"/>
                </a:solidFill>
              </a:defRPr>
            </a:lvl6pPr>
            <a:lvl7pPr>
              <a:buNone/>
              <a:defRPr sz="1575" b="0">
                <a:solidFill>
                  <a:srgbClr val="24374B"/>
                </a:solidFill>
              </a:defRPr>
            </a:lvl7pPr>
            <a:lvl8pPr>
              <a:buNone/>
              <a:defRPr sz="1575" b="0">
                <a:solidFill>
                  <a:srgbClr val="24374B"/>
                </a:solidFill>
              </a:defRPr>
            </a:lvl8pPr>
            <a:lvl9pPr>
              <a:buNone/>
              <a:defRPr sz="1575" b="0">
                <a:solidFill>
                  <a:srgbClr val="24374B"/>
                </a:solidFill>
              </a:defRPr>
            </a:lvl9pPr>
          </a:lstStyle>
          <a:p xmlns:a="http://schemas.openxmlformats.org/drawingml/2006/main">
            <a:pPr>
              <a:buNone/>
              <a:defRPr sz="1575" b="0">
                <a:solidFill>
                  <a:srgbClr val="24374B"/>
                </a:solidFill>
              </a:defRPr>
            </a:pPr>
            <a:r>
              <a:rPr sz="1575" b="0">
                <a:solidFill>
                  <a:srgbClr val="24374B"/>
                </a:solidFill>
              </a:rPr>
              <a:t>Protect secrets, personal data, and proprietary code according to policy.</a:t>
            </a:r>
          </a:p>
        </p:txBody>
      </p:sp>
      <p:sp>
        <p:nvSpPr>
          <p:cNvPr id="7" name="">
            <a:extLst xmlns:a="http://schemas.openxmlformats.org/drawingml/2006/main">
              <a:ext uri="{FF2B5EF4-FFF2-40B4-BE49-F238E27FC236}">
                <a16:creationId xmlns:a16="http://schemas.microsoft.com/office/drawing/2014/main" id="{EE360487-372E-477E-B8DC-B493032B0691}"/>
              </a:ext>
            </a:extLst>
          </p:cNvPr>
          <p:cNvSpPr>
            <a:spLocks xmlns:a="http://schemas.openxmlformats.org/drawingml/2006/main" noGrp="1"/>
          </p:cNvSpPr>
          <p:nvPr/>
        </p:nvSpPr>
        <p:spPr>
          <a:xfrm xmlns:a="http://schemas.openxmlformats.org/drawingml/2006/main">
            <a:off x="790575" y="3057525"/>
            <a:ext cx="114300" cy="114300"/>
          </a:xfrm>
          <a:prstGeom xmlns:a="http://schemas.openxmlformats.org/drawingml/2006/main" prst="ellipse">
            <a:avLst/>
          </a:prstGeom>
          <a:solidFill xmlns:a="http://schemas.openxmlformats.org/drawingml/2006/main">
            <a:srgbClr val="00A88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5B3B15B-DB13-422E-BD81-678C0B97B97E}"/>
              </a:ext>
            </a:extLst>
          </p:cNvPr>
          <p:cNvSpPr>
            <a:spLocks xmlns:a="http://schemas.openxmlformats.org/drawingml/2006/main" noGrp="1"/>
          </p:cNvSpPr>
          <p:nvPr/>
        </p:nvSpPr>
        <p:spPr>
          <a:xfrm xmlns:a="http://schemas.openxmlformats.org/drawingml/2006/main">
            <a:off x="1123950" y="2962275"/>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575" b="0">
                <a:solidFill>
                  <a:srgbClr val="24374B"/>
                </a:solidFill>
              </a:defRPr>
            </a:lvl1pPr>
            <a:lvl2pPr>
              <a:buNone/>
              <a:defRPr sz="1575" b="0">
                <a:solidFill>
                  <a:srgbClr val="24374B"/>
                </a:solidFill>
              </a:defRPr>
            </a:lvl2pPr>
            <a:lvl3pPr>
              <a:buNone/>
              <a:defRPr sz="1575" b="0">
                <a:solidFill>
                  <a:srgbClr val="24374B"/>
                </a:solidFill>
              </a:defRPr>
            </a:lvl3pPr>
            <a:lvl4pPr>
              <a:buNone/>
              <a:defRPr sz="1575" b="0">
                <a:solidFill>
                  <a:srgbClr val="24374B"/>
                </a:solidFill>
              </a:defRPr>
            </a:lvl4pPr>
            <a:lvl5pPr>
              <a:buNone/>
              <a:defRPr sz="1575" b="0">
                <a:solidFill>
                  <a:srgbClr val="24374B"/>
                </a:solidFill>
              </a:defRPr>
            </a:lvl5pPr>
            <a:lvl6pPr>
              <a:buNone/>
              <a:defRPr sz="1575" b="0">
                <a:solidFill>
                  <a:srgbClr val="24374B"/>
                </a:solidFill>
              </a:defRPr>
            </a:lvl6pPr>
            <a:lvl7pPr>
              <a:buNone/>
              <a:defRPr sz="1575" b="0">
                <a:solidFill>
                  <a:srgbClr val="24374B"/>
                </a:solidFill>
              </a:defRPr>
            </a:lvl7pPr>
            <a:lvl8pPr>
              <a:buNone/>
              <a:defRPr sz="1575" b="0">
                <a:solidFill>
                  <a:srgbClr val="24374B"/>
                </a:solidFill>
              </a:defRPr>
            </a:lvl8pPr>
            <a:lvl9pPr>
              <a:buNone/>
              <a:defRPr sz="1575" b="0">
                <a:solidFill>
                  <a:srgbClr val="24374B"/>
                </a:solidFill>
              </a:defRPr>
            </a:lvl9pPr>
          </a:lstStyle>
          <a:p xmlns:a="http://schemas.openxmlformats.org/drawingml/2006/main">
            <a:pPr>
              <a:buNone/>
              <a:defRPr sz="1575" b="0">
                <a:solidFill>
                  <a:srgbClr val="24374B"/>
                </a:solidFill>
              </a:defRPr>
            </a:pPr>
            <a:r>
              <a:rPr sz="1575" b="0">
                <a:solidFill>
                  <a:srgbClr val="24374B"/>
                </a:solidFill>
              </a:rPr>
              <a:t>Check licenses, provenance, security, bias, and factual claims where relevant.</a:t>
            </a:r>
          </a:p>
        </p:txBody>
      </p:sp>
      <p:sp>
        <p:nvSpPr>
          <p:cNvPr id="9" name="">
            <a:extLst xmlns:a="http://schemas.openxmlformats.org/drawingml/2006/main">
              <a:ext uri="{FF2B5EF4-FFF2-40B4-BE49-F238E27FC236}">
                <a16:creationId xmlns:a16="http://schemas.microsoft.com/office/drawing/2014/main" id="{BC1E8033-E211-4025-B3F8-D804A49D86D2}"/>
              </a:ext>
            </a:extLst>
          </p:cNvPr>
          <p:cNvSpPr>
            <a:spLocks xmlns:a="http://schemas.openxmlformats.org/drawingml/2006/main" noGrp="1"/>
          </p:cNvSpPr>
          <p:nvPr/>
        </p:nvSpPr>
        <p:spPr>
          <a:xfrm xmlns:a="http://schemas.openxmlformats.org/drawingml/2006/main">
            <a:off x="790575" y="3781425"/>
            <a:ext cx="114300" cy="114300"/>
          </a:xfrm>
          <a:prstGeom xmlns:a="http://schemas.openxmlformats.org/drawingml/2006/main" prst="ellipse">
            <a:avLst/>
          </a:prstGeom>
          <a:solidFill xmlns:a="http://schemas.openxmlformats.org/drawingml/2006/main">
            <a:srgbClr val="00A88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421454D-D07F-4E7C-A1F5-E48A07B9CFE4}"/>
              </a:ext>
            </a:extLst>
          </p:cNvPr>
          <p:cNvSpPr>
            <a:spLocks xmlns:a="http://schemas.openxmlformats.org/drawingml/2006/main" noGrp="1"/>
          </p:cNvSpPr>
          <p:nvPr/>
        </p:nvSpPr>
        <p:spPr>
          <a:xfrm xmlns:a="http://schemas.openxmlformats.org/drawingml/2006/main">
            <a:off x="1123950" y="3686175"/>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575" b="0">
                <a:solidFill>
                  <a:srgbClr val="24374B"/>
                </a:solidFill>
              </a:defRPr>
            </a:lvl1pPr>
            <a:lvl2pPr>
              <a:buNone/>
              <a:defRPr sz="1575" b="0">
                <a:solidFill>
                  <a:srgbClr val="24374B"/>
                </a:solidFill>
              </a:defRPr>
            </a:lvl2pPr>
            <a:lvl3pPr>
              <a:buNone/>
              <a:defRPr sz="1575" b="0">
                <a:solidFill>
                  <a:srgbClr val="24374B"/>
                </a:solidFill>
              </a:defRPr>
            </a:lvl3pPr>
            <a:lvl4pPr>
              <a:buNone/>
              <a:defRPr sz="1575" b="0">
                <a:solidFill>
                  <a:srgbClr val="24374B"/>
                </a:solidFill>
              </a:defRPr>
            </a:lvl4pPr>
            <a:lvl5pPr>
              <a:buNone/>
              <a:defRPr sz="1575" b="0">
                <a:solidFill>
                  <a:srgbClr val="24374B"/>
                </a:solidFill>
              </a:defRPr>
            </a:lvl5pPr>
            <a:lvl6pPr>
              <a:buNone/>
              <a:defRPr sz="1575" b="0">
                <a:solidFill>
                  <a:srgbClr val="24374B"/>
                </a:solidFill>
              </a:defRPr>
            </a:lvl6pPr>
            <a:lvl7pPr>
              <a:buNone/>
              <a:defRPr sz="1575" b="0">
                <a:solidFill>
                  <a:srgbClr val="24374B"/>
                </a:solidFill>
              </a:defRPr>
            </a:lvl7pPr>
            <a:lvl8pPr>
              <a:buNone/>
              <a:defRPr sz="1575" b="0">
                <a:solidFill>
                  <a:srgbClr val="24374B"/>
                </a:solidFill>
              </a:defRPr>
            </a:lvl8pPr>
            <a:lvl9pPr>
              <a:buNone/>
              <a:defRPr sz="1575" b="0">
                <a:solidFill>
                  <a:srgbClr val="24374B"/>
                </a:solidFill>
              </a:defRPr>
            </a:lvl9pPr>
          </a:lstStyle>
          <a:p xmlns:a="http://schemas.openxmlformats.org/drawingml/2006/main">
            <a:pPr>
              <a:buNone/>
              <a:defRPr sz="1575" b="0">
                <a:solidFill>
                  <a:srgbClr val="24374B"/>
                </a:solidFill>
              </a:defRPr>
            </a:pPr>
            <a:r>
              <a:rPr sz="1575" b="0">
                <a:solidFill>
                  <a:srgbClr val="24374B"/>
                </a:solidFill>
              </a:rPr>
              <a:t>Keep human accountability and record the review appropriate to the risk.</a:t>
            </a:r>
          </a:p>
        </p:txBody>
      </p:sp>
    </p:spTree>
    <p:extLst>
      <p:ext uri="{BB962C8B-B14F-4D97-AF65-F5344CB8AC3E}">
        <p14:creationId xmlns:p14="http://schemas.microsoft.com/office/powerpoint/2010/main" val="83494808"/>
      </p:ext>
    </p:extLst>
  </p:cSld>
</p:sld>
</file>

<file path=ppt/slides/slide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2213318-99C1-498A-9FFC-6D044A629963}"/>
              </a:ext>
            </a:extLst>
          </p:cNvPr>
          <p:cNvSpPr>
            <a:spLocks xmlns:a="http://schemas.openxmlformats.org/drawingml/2006/main" noGrp="1"/>
          </p:cNvSpPr>
          <p:nvPr/>
        </p:nvSpPr>
        <p:spPr>
          <a:xfrm xmlns:a="http://schemas.openxmlformats.org/drawingml/2006/main">
            <a:off x="723900" y="45720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975" b="1">
                <a:solidFill>
                  <a:srgbClr val="52647A"/>
                </a:solidFill>
              </a:defRPr>
            </a:lvl1pPr>
            <a:lvl2pPr>
              <a:buNone/>
              <a:defRPr sz="975" b="1">
                <a:solidFill>
                  <a:srgbClr val="52647A"/>
                </a:solidFill>
              </a:defRPr>
            </a:lvl2pPr>
            <a:lvl3pPr>
              <a:buNone/>
              <a:defRPr sz="975" b="1">
                <a:solidFill>
                  <a:srgbClr val="52647A"/>
                </a:solidFill>
              </a:defRPr>
            </a:lvl3pPr>
            <a:lvl4pPr>
              <a:buNone/>
              <a:defRPr sz="975" b="1">
                <a:solidFill>
                  <a:srgbClr val="52647A"/>
                </a:solidFill>
              </a:defRPr>
            </a:lvl4pPr>
            <a:lvl5pPr>
              <a:buNone/>
              <a:defRPr sz="975" b="1">
                <a:solidFill>
                  <a:srgbClr val="52647A"/>
                </a:solidFill>
              </a:defRPr>
            </a:lvl5pPr>
            <a:lvl6pPr>
              <a:buNone/>
              <a:defRPr sz="975" b="1">
                <a:solidFill>
                  <a:srgbClr val="52647A"/>
                </a:solidFill>
              </a:defRPr>
            </a:lvl6pPr>
            <a:lvl7pPr>
              <a:buNone/>
              <a:defRPr sz="975" b="1">
                <a:solidFill>
                  <a:srgbClr val="52647A"/>
                </a:solidFill>
              </a:defRPr>
            </a:lvl7pPr>
            <a:lvl8pPr>
              <a:buNone/>
              <a:defRPr sz="975" b="1">
                <a:solidFill>
                  <a:srgbClr val="52647A"/>
                </a:solidFill>
              </a:defRPr>
            </a:lvl8pPr>
            <a:lvl9pPr>
              <a:buNone/>
              <a:defRPr sz="975" b="1">
                <a:solidFill>
                  <a:srgbClr val="52647A"/>
                </a:solidFill>
              </a:defRPr>
            </a:lvl9pPr>
          </a:lstStyle>
          <a:p xmlns:a="http://schemas.openxmlformats.org/drawingml/2006/main">
            <a:pPr>
              <a:buNone/>
              <a:defRPr sz="975" b="1">
                <a:solidFill>
                  <a:srgbClr val="52647A"/>
                </a:solidFill>
              </a:defRPr>
            </a:pPr>
            <a:r>
              <a:rPr sz="975" b="1">
                <a:solidFill>
                  <a:srgbClr val="52647A"/>
                </a:solidFill>
              </a:rPr>
              <a:t>GENERATIVE AI IN SOFTWARE DEVELOPMENT</a:t>
            </a:r>
          </a:p>
        </p:txBody>
      </p:sp>
      <p:sp>
        <p:nvSpPr>
          <p:cNvPr id="2" name="">
            <a:extLst xmlns:a="http://schemas.openxmlformats.org/drawingml/2006/main">
              <a:ext uri="{FF2B5EF4-FFF2-40B4-BE49-F238E27FC236}">
                <a16:creationId xmlns:a16="http://schemas.microsoft.com/office/drawing/2014/main" id="{46D9AE15-CA69-440C-A907-2414601FFF44}"/>
              </a:ext>
            </a:extLst>
          </p:cNvPr>
          <p:cNvSpPr>
            <a:spLocks xmlns:a="http://schemas.openxmlformats.org/drawingml/2006/main" noGrp="1"/>
          </p:cNvSpPr>
          <p:nvPr/>
        </p:nvSpPr>
        <p:spPr>
          <a:xfrm xmlns:a="http://schemas.openxmlformats.org/drawingml/2006/main">
            <a:off x="10477500" y="6257925"/>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900" b="0">
                <a:solidFill>
                  <a:srgbClr val="718096"/>
                </a:solidFill>
              </a:defRPr>
            </a:lvl1pPr>
            <a:lvl2pPr>
              <a:buNone/>
              <a:defRPr sz="900" b="0">
                <a:solidFill>
                  <a:srgbClr val="718096"/>
                </a:solidFill>
              </a:defRPr>
            </a:lvl2pPr>
            <a:lvl3pPr>
              <a:buNone/>
              <a:defRPr sz="900" b="0">
                <a:solidFill>
                  <a:srgbClr val="718096"/>
                </a:solidFill>
              </a:defRPr>
            </a:lvl3pPr>
            <a:lvl4pPr>
              <a:buNone/>
              <a:defRPr sz="900" b="0">
                <a:solidFill>
                  <a:srgbClr val="718096"/>
                </a:solidFill>
              </a:defRPr>
            </a:lvl4pPr>
            <a:lvl5pPr>
              <a:buNone/>
              <a:defRPr sz="900" b="0">
                <a:solidFill>
                  <a:srgbClr val="718096"/>
                </a:solidFill>
              </a:defRPr>
            </a:lvl5pPr>
            <a:lvl6pPr>
              <a:buNone/>
              <a:defRPr sz="900" b="0">
                <a:solidFill>
                  <a:srgbClr val="718096"/>
                </a:solidFill>
              </a:defRPr>
            </a:lvl6pPr>
            <a:lvl7pPr>
              <a:buNone/>
              <a:defRPr sz="900" b="0">
                <a:solidFill>
                  <a:srgbClr val="718096"/>
                </a:solidFill>
              </a:defRPr>
            </a:lvl7pPr>
            <a:lvl8pPr>
              <a:buNone/>
              <a:defRPr sz="900" b="0">
                <a:solidFill>
                  <a:srgbClr val="718096"/>
                </a:solidFill>
              </a:defRPr>
            </a:lvl8pPr>
            <a:lvl9pPr>
              <a:buNone/>
              <a:defRPr sz="900" b="0">
                <a:solidFill>
                  <a:srgbClr val="718096"/>
                </a:solidFill>
              </a:defRPr>
            </a:lvl9pPr>
          </a:lstStyle>
          <a:p xmlns:a="http://schemas.openxmlformats.org/drawingml/2006/main">
            <a:pPr>
              <a:buNone/>
              <a:defRPr sz="900" b="0">
                <a:solidFill>
                  <a:srgbClr val="718096"/>
                </a:solidFill>
              </a:defRPr>
            </a:pPr>
            <a:r>
              <a:rPr sz="900" b="0">
                <a:solidFill>
                  <a:srgbClr val="718096"/>
                </a:solidFill>
              </a:rPr>
              <a:t>09 / 10</a:t>
            </a:r>
          </a:p>
        </p:txBody>
      </p:sp>
      <p:sp>
        <p:nvSpPr>
          <p:cNvPr id="3" name="">
            <a:extLst xmlns:a="http://schemas.openxmlformats.org/drawingml/2006/main">
              <a:ext uri="{FF2B5EF4-FFF2-40B4-BE49-F238E27FC236}">
                <a16:creationId xmlns:a16="http://schemas.microsoft.com/office/drawing/2014/main" id="{4D0C60F3-4E55-416D-B8F8-DFDFE52E3063}"/>
              </a:ext>
            </a:extLst>
          </p:cNvPr>
          <p:cNvSpPr>
            <a:spLocks xmlns:a="http://schemas.openxmlformats.org/drawingml/2006/main" noGrp="1"/>
          </p:cNvSpPr>
          <p:nvPr/>
        </p:nvSpPr>
        <p:spPr>
          <a:xfrm xmlns:a="http://schemas.openxmlformats.org/drawingml/2006/main">
            <a:off x="723900" y="6553200"/>
            <a:ext cx="10744200" cy="38100"/>
          </a:xfrm>
          <a:prstGeom xmlns:a="http://schemas.openxmlformats.org/drawingml/2006/main" prst="rect">
            <a:avLst/>
          </a:prstGeom>
          <a:solidFill xmlns:a="http://schemas.openxmlformats.org/drawingml/2006/main">
            <a:srgbClr val="22C3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69432B4-2DB3-4D38-9FE0-50AE2BF3F2E1}"/>
              </a:ext>
            </a:extLst>
          </p:cNvPr>
          <p:cNvSpPr>
            <a:spLocks xmlns:a="http://schemas.openxmlformats.org/drawingml/2006/main" noGrp="1"/>
          </p:cNvSpPr>
          <p:nvPr/>
        </p:nvSpPr>
        <p:spPr>
          <a:xfrm xmlns:a="http://schemas.openxmlformats.org/drawingml/2006/main">
            <a:off x="723900" y="10001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2700" b="1">
                <a:solidFill>
                  <a:srgbClr val="10243A"/>
                </a:solidFill>
              </a:defRPr>
            </a:lvl1pPr>
            <a:lvl2pPr>
              <a:buNone/>
              <a:defRPr sz="2700" b="1">
                <a:solidFill>
                  <a:srgbClr val="10243A"/>
                </a:solidFill>
              </a:defRPr>
            </a:lvl2pPr>
            <a:lvl3pPr>
              <a:buNone/>
              <a:defRPr sz="2700" b="1">
                <a:solidFill>
                  <a:srgbClr val="10243A"/>
                </a:solidFill>
              </a:defRPr>
            </a:lvl3pPr>
            <a:lvl4pPr>
              <a:buNone/>
              <a:defRPr sz="2700" b="1">
                <a:solidFill>
                  <a:srgbClr val="10243A"/>
                </a:solidFill>
              </a:defRPr>
            </a:lvl4pPr>
            <a:lvl5pPr>
              <a:buNone/>
              <a:defRPr sz="2700" b="1">
                <a:solidFill>
                  <a:srgbClr val="10243A"/>
                </a:solidFill>
              </a:defRPr>
            </a:lvl5pPr>
            <a:lvl6pPr>
              <a:buNone/>
              <a:defRPr sz="2700" b="1">
                <a:solidFill>
                  <a:srgbClr val="10243A"/>
                </a:solidFill>
              </a:defRPr>
            </a:lvl6pPr>
            <a:lvl7pPr>
              <a:buNone/>
              <a:defRPr sz="2700" b="1">
                <a:solidFill>
                  <a:srgbClr val="10243A"/>
                </a:solidFill>
              </a:defRPr>
            </a:lvl7pPr>
            <a:lvl8pPr>
              <a:buNone/>
              <a:defRPr sz="2700" b="1">
                <a:solidFill>
                  <a:srgbClr val="10243A"/>
                </a:solidFill>
              </a:defRPr>
            </a:lvl8pPr>
            <a:lvl9pPr>
              <a:buNone/>
              <a:defRPr sz="2700" b="1">
                <a:solidFill>
                  <a:srgbClr val="10243A"/>
                </a:solidFill>
              </a:defRPr>
            </a:lvl9pPr>
          </a:lstStyle>
          <a:p xmlns:a="http://schemas.openxmlformats.org/drawingml/2006/main">
            <a:pPr>
              <a:buNone/>
              <a:defRPr sz="2700" b="1">
                <a:solidFill>
                  <a:srgbClr val="10243A"/>
                </a:solidFill>
              </a:defRPr>
            </a:pPr>
            <a:r>
              <a:rPr sz="2700" b="1">
                <a:solidFill>
                  <a:srgbClr val="10243A"/>
                </a:solidFill>
              </a:rPr>
              <a:t>Adoption plan</a:t>
            </a:r>
          </a:p>
        </p:txBody>
      </p:sp>
      <p:sp>
        <p:nvSpPr>
          <p:cNvPr id="5" name="">
            <a:extLst xmlns:a="http://schemas.openxmlformats.org/drawingml/2006/main">
              <a:ext uri="{FF2B5EF4-FFF2-40B4-BE49-F238E27FC236}">
                <a16:creationId xmlns:a16="http://schemas.microsoft.com/office/drawing/2014/main" id="{16ED2A31-B82C-48CB-9721-F29BB6DFFF18}"/>
              </a:ext>
            </a:extLst>
          </p:cNvPr>
          <p:cNvSpPr>
            <a:spLocks xmlns:a="http://schemas.openxmlformats.org/drawingml/2006/main" noGrp="1"/>
          </p:cNvSpPr>
          <p:nvPr/>
        </p:nvSpPr>
        <p:spPr>
          <a:xfrm xmlns:a="http://schemas.openxmlformats.org/drawingml/2006/main">
            <a:off x="790575" y="2333625"/>
            <a:ext cx="114300" cy="114300"/>
          </a:xfrm>
          <a:prstGeom xmlns:a="http://schemas.openxmlformats.org/drawingml/2006/main" prst="ellipse">
            <a:avLst/>
          </a:prstGeom>
          <a:solidFill xmlns:a="http://schemas.openxmlformats.org/drawingml/2006/main">
            <a:srgbClr val="00A88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49BE224-3A7E-41D6-BAE7-E6701F983A0A}"/>
              </a:ext>
            </a:extLst>
          </p:cNvPr>
          <p:cNvSpPr>
            <a:spLocks xmlns:a="http://schemas.openxmlformats.org/drawingml/2006/main" noGrp="1"/>
          </p:cNvSpPr>
          <p:nvPr/>
        </p:nvSpPr>
        <p:spPr>
          <a:xfrm xmlns:a="http://schemas.openxmlformats.org/drawingml/2006/main">
            <a:off x="1123950" y="2238375"/>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575" b="0">
                <a:solidFill>
                  <a:srgbClr val="24374B"/>
                </a:solidFill>
              </a:defRPr>
            </a:lvl1pPr>
            <a:lvl2pPr>
              <a:buNone/>
              <a:defRPr sz="1575" b="0">
                <a:solidFill>
                  <a:srgbClr val="24374B"/>
                </a:solidFill>
              </a:defRPr>
            </a:lvl2pPr>
            <a:lvl3pPr>
              <a:buNone/>
              <a:defRPr sz="1575" b="0">
                <a:solidFill>
                  <a:srgbClr val="24374B"/>
                </a:solidFill>
              </a:defRPr>
            </a:lvl3pPr>
            <a:lvl4pPr>
              <a:buNone/>
              <a:defRPr sz="1575" b="0">
                <a:solidFill>
                  <a:srgbClr val="24374B"/>
                </a:solidFill>
              </a:defRPr>
            </a:lvl4pPr>
            <a:lvl5pPr>
              <a:buNone/>
              <a:defRPr sz="1575" b="0">
                <a:solidFill>
                  <a:srgbClr val="24374B"/>
                </a:solidFill>
              </a:defRPr>
            </a:lvl5pPr>
            <a:lvl6pPr>
              <a:buNone/>
              <a:defRPr sz="1575" b="0">
                <a:solidFill>
                  <a:srgbClr val="24374B"/>
                </a:solidFill>
              </a:defRPr>
            </a:lvl6pPr>
            <a:lvl7pPr>
              <a:buNone/>
              <a:defRPr sz="1575" b="0">
                <a:solidFill>
                  <a:srgbClr val="24374B"/>
                </a:solidFill>
              </a:defRPr>
            </a:lvl7pPr>
            <a:lvl8pPr>
              <a:buNone/>
              <a:defRPr sz="1575" b="0">
                <a:solidFill>
                  <a:srgbClr val="24374B"/>
                </a:solidFill>
              </a:defRPr>
            </a:lvl8pPr>
            <a:lvl9pPr>
              <a:buNone/>
              <a:defRPr sz="1575" b="0">
                <a:solidFill>
                  <a:srgbClr val="24374B"/>
                </a:solidFill>
              </a:defRPr>
            </a:lvl9pPr>
          </a:lstStyle>
          <a:p xmlns:a="http://schemas.openxmlformats.org/drawingml/2006/main">
            <a:pPr>
              <a:buNone/>
              <a:defRPr sz="1575" b="0">
                <a:solidFill>
                  <a:srgbClr val="24374B"/>
                </a:solidFill>
              </a:defRPr>
            </a:pPr>
            <a:r>
              <a:rPr sz="1575" b="0">
                <a:solidFill>
                  <a:srgbClr val="24374B"/>
                </a:solidFill>
              </a:rPr>
              <a:t>Choose a low-risk task with a clear quality baseline.</a:t>
            </a:r>
          </a:p>
        </p:txBody>
      </p:sp>
      <p:sp>
        <p:nvSpPr>
          <p:cNvPr id="7" name="">
            <a:extLst xmlns:a="http://schemas.openxmlformats.org/drawingml/2006/main">
              <a:ext uri="{FF2B5EF4-FFF2-40B4-BE49-F238E27FC236}">
                <a16:creationId xmlns:a16="http://schemas.microsoft.com/office/drawing/2014/main" id="{EDF80F67-6202-44FE-A04C-59A9A006814E}"/>
              </a:ext>
            </a:extLst>
          </p:cNvPr>
          <p:cNvSpPr>
            <a:spLocks xmlns:a="http://schemas.openxmlformats.org/drawingml/2006/main" noGrp="1"/>
          </p:cNvSpPr>
          <p:nvPr/>
        </p:nvSpPr>
        <p:spPr>
          <a:xfrm xmlns:a="http://schemas.openxmlformats.org/drawingml/2006/main">
            <a:off x="790575" y="3057525"/>
            <a:ext cx="114300" cy="114300"/>
          </a:xfrm>
          <a:prstGeom xmlns:a="http://schemas.openxmlformats.org/drawingml/2006/main" prst="ellipse">
            <a:avLst/>
          </a:prstGeom>
          <a:solidFill xmlns:a="http://schemas.openxmlformats.org/drawingml/2006/main">
            <a:srgbClr val="00A88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8B5B4FC-DBDF-4309-9E2F-B3B4F37656EB}"/>
              </a:ext>
            </a:extLst>
          </p:cNvPr>
          <p:cNvSpPr>
            <a:spLocks xmlns:a="http://schemas.openxmlformats.org/drawingml/2006/main" noGrp="1"/>
          </p:cNvSpPr>
          <p:nvPr/>
        </p:nvSpPr>
        <p:spPr>
          <a:xfrm xmlns:a="http://schemas.openxmlformats.org/drawingml/2006/main">
            <a:off x="1123950" y="2962275"/>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575" b="0">
                <a:solidFill>
                  <a:srgbClr val="24374B"/>
                </a:solidFill>
              </a:defRPr>
            </a:lvl1pPr>
            <a:lvl2pPr>
              <a:buNone/>
              <a:defRPr sz="1575" b="0">
                <a:solidFill>
                  <a:srgbClr val="24374B"/>
                </a:solidFill>
              </a:defRPr>
            </a:lvl2pPr>
            <a:lvl3pPr>
              <a:buNone/>
              <a:defRPr sz="1575" b="0">
                <a:solidFill>
                  <a:srgbClr val="24374B"/>
                </a:solidFill>
              </a:defRPr>
            </a:lvl3pPr>
            <a:lvl4pPr>
              <a:buNone/>
              <a:defRPr sz="1575" b="0">
                <a:solidFill>
                  <a:srgbClr val="24374B"/>
                </a:solidFill>
              </a:defRPr>
            </a:lvl4pPr>
            <a:lvl5pPr>
              <a:buNone/>
              <a:defRPr sz="1575" b="0">
                <a:solidFill>
                  <a:srgbClr val="24374B"/>
                </a:solidFill>
              </a:defRPr>
            </a:lvl5pPr>
            <a:lvl6pPr>
              <a:buNone/>
              <a:defRPr sz="1575" b="0">
                <a:solidFill>
                  <a:srgbClr val="24374B"/>
                </a:solidFill>
              </a:defRPr>
            </a:lvl6pPr>
            <a:lvl7pPr>
              <a:buNone/>
              <a:defRPr sz="1575" b="0">
                <a:solidFill>
                  <a:srgbClr val="24374B"/>
                </a:solidFill>
              </a:defRPr>
            </a:lvl7pPr>
            <a:lvl8pPr>
              <a:buNone/>
              <a:defRPr sz="1575" b="0">
                <a:solidFill>
                  <a:srgbClr val="24374B"/>
                </a:solidFill>
              </a:defRPr>
            </a:lvl8pPr>
            <a:lvl9pPr>
              <a:buNone/>
              <a:defRPr sz="1575" b="0">
                <a:solidFill>
                  <a:srgbClr val="24374B"/>
                </a:solidFill>
              </a:defRPr>
            </a:lvl9pPr>
          </a:lstStyle>
          <a:p xmlns:a="http://schemas.openxmlformats.org/drawingml/2006/main">
            <a:pPr>
              <a:buNone/>
              <a:defRPr sz="1575" b="0">
                <a:solidFill>
                  <a:srgbClr val="24374B"/>
                </a:solidFill>
              </a:defRPr>
            </a:pPr>
            <a:r>
              <a:rPr sz="1575" b="0">
                <a:solidFill>
                  <a:srgbClr val="24374B"/>
                </a:solidFill>
              </a:rPr>
              <a:t>Define who may use the tool and what data may be entered.</a:t>
            </a:r>
          </a:p>
        </p:txBody>
      </p:sp>
      <p:sp>
        <p:nvSpPr>
          <p:cNvPr id="9" name="">
            <a:extLst xmlns:a="http://schemas.openxmlformats.org/drawingml/2006/main">
              <a:ext uri="{FF2B5EF4-FFF2-40B4-BE49-F238E27FC236}">
                <a16:creationId xmlns:a16="http://schemas.microsoft.com/office/drawing/2014/main" id="{B0832E87-1313-4204-A5AA-7A631717704A}"/>
              </a:ext>
            </a:extLst>
          </p:cNvPr>
          <p:cNvSpPr>
            <a:spLocks xmlns:a="http://schemas.openxmlformats.org/drawingml/2006/main" noGrp="1"/>
          </p:cNvSpPr>
          <p:nvPr/>
        </p:nvSpPr>
        <p:spPr>
          <a:xfrm xmlns:a="http://schemas.openxmlformats.org/drawingml/2006/main">
            <a:off x="790575" y="3781425"/>
            <a:ext cx="114300" cy="114300"/>
          </a:xfrm>
          <a:prstGeom xmlns:a="http://schemas.openxmlformats.org/drawingml/2006/main" prst="ellipse">
            <a:avLst/>
          </a:prstGeom>
          <a:solidFill xmlns:a="http://schemas.openxmlformats.org/drawingml/2006/main">
            <a:srgbClr val="00A88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D5CA882-E1AA-49D2-8AF3-FDE229B175C8}"/>
              </a:ext>
            </a:extLst>
          </p:cNvPr>
          <p:cNvSpPr>
            <a:spLocks xmlns:a="http://schemas.openxmlformats.org/drawingml/2006/main" noGrp="1"/>
          </p:cNvSpPr>
          <p:nvPr/>
        </p:nvSpPr>
        <p:spPr>
          <a:xfrm xmlns:a="http://schemas.openxmlformats.org/drawingml/2006/main">
            <a:off x="1123950" y="3686175"/>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575" b="0">
                <a:solidFill>
                  <a:srgbClr val="24374B"/>
                </a:solidFill>
              </a:defRPr>
            </a:lvl1pPr>
            <a:lvl2pPr>
              <a:buNone/>
              <a:defRPr sz="1575" b="0">
                <a:solidFill>
                  <a:srgbClr val="24374B"/>
                </a:solidFill>
              </a:defRPr>
            </a:lvl2pPr>
            <a:lvl3pPr>
              <a:buNone/>
              <a:defRPr sz="1575" b="0">
                <a:solidFill>
                  <a:srgbClr val="24374B"/>
                </a:solidFill>
              </a:defRPr>
            </a:lvl3pPr>
            <a:lvl4pPr>
              <a:buNone/>
              <a:defRPr sz="1575" b="0">
                <a:solidFill>
                  <a:srgbClr val="24374B"/>
                </a:solidFill>
              </a:defRPr>
            </a:lvl4pPr>
            <a:lvl5pPr>
              <a:buNone/>
              <a:defRPr sz="1575" b="0">
                <a:solidFill>
                  <a:srgbClr val="24374B"/>
                </a:solidFill>
              </a:defRPr>
            </a:lvl5pPr>
            <a:lvl6pPr>
              <a:buNone/>
              <a:defRPr sz="1575" b="0">
                <a:solidFill>
                  <a:srgbClr val="24374B"/>
                </a:solidFill>
              </a:defRPr>
            </a:lvl6pPr>
            <a:lvl7pPr>
              <a:buNone/>
              <a:defRPr sz="1575" b="0">
                <a:solidFill>
                  <a:srgbClr val="24374B"/>
                </a:solidFill>
              </a:defRPr>
            </a:lvl7pPr>
            <a:lvl8pPr>
              <a:buNone/>
              <a:defRPr sz="1575" b="0">
                <a:solidFill>
                  <a:srgbClr val="24374B"/>
                </a:solidFill>
              </a:defRPr>
            </a:lvl8pPr>
            <a:lvl9pPr>
              <a:buNone/>
              <a:defRPr sz="1575" b="0">
                <a:solidFill>
                  <a:srgbClr val="24374B"/>
                </a:solidFill>
              </a:defRPr>
            </a:lvl9pPr>
          </a:lstStyle>
          <a:p xmlns:a="http://schemas.openxmlformats.org/drawingml/2006/main">
            <a:pPr>
              <a:buNone/>
              <a:defRPr sz="1575" b="0">
                <a:solidFill>
                  <a:srgbClr val="24374B"/>
                </a:solidFill>
              </a:defRPr>
            </a:pPr>
            <a:r>
              <a:rPr sz="1575" b="0">
                <a:solidFill>
                  <a:srgbClr val="24374B"/>
                </a:solidFill>
              </a:rPr>
              <a:t>Measure quality, rework, and risk; expand only when evidence supports it.</a:t>
            </a:r>
          </a:p>
        </p:txBody>
      </p:sp>
    </p:spTree>
    <p:extLst>
      <p:ext uri="{BB962C8B-B14F-4D97-AF65-F5344CB8AC3E}">
        <p14:creationId xmlns:p14="http://schemas.microsoft.com/office/powerpoint/2010/main" val="195321351"/>
      </p:ext>
    </p:extLst>
  </p:cSld>
</p:sld>
</file>

<file path=ppt/slides/slide10.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FF2D5B3-95FA-4D7E-B70F-7186F72C7F95}"/>
              </a:ext>
            </a:extLst>
          </p:cNvPr>
          <p:cNvSpPr>
            <a:spLocks xmlns:a="http://schemas.openxmlformats.org/drawingml/2006/main" noGrp="1"/>
          </p:cNvSpPr>
          <p:nvPr/>
        </p:nvSpPr>
        <p:spPr>
          <a:xfrm xmlns:a="http://schemas.openxmlformats.org/drawingml/2006/main">
            <a:off x="723900" y="45720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975" b="1">
                <a:solidFill>
                  <a:srgbClr val="52647A"/>
                </a:solidFill>
              </a:defRPr>
            </a:lvl1pPr>
            <a:lvl2pPr>
              <a:buNone/>
              <a:defRPr sz="975" b="1">
                <a:solidFill>
                  <a:srgbClr val="52647A"/>
                </a:solidFill>
              </a:defRPr>
            </a:lvl2pPr>
            <a:lvl3pPr>
              <a:buNone/>
              <a:defRPr sz="975" b="1">
                <a:solidFill>
                  <a:srgbClr val="52647A"/>
                </a:solidFill>
              </a:defRPr>
            </a:lvl3pPr>
            <a:lvl4pPr>
              <a:buNone/>
              <a:defRPr sz="975" b="1">
                <a:solidFill>
                  <a:srgbClr val="52647A"/>
                </a:solidFill>
              </a:defRPr>
            </a:lvl4pPr>
            <a:lvl5pPr>
              <a:buNone/>
              <a:defRPr sz="975" b="1">
                <a:solidFill>
                  <a:srgbClr val="52647A"/>
                </a:solidFill>
              </a:defRPr>
            </a:lvl5pPr>
            <a:lvl6pPr>
              <a:buNone/>
              <a:defRPr sz="975" b="1">
                <a:solidFill>
                  <a:srgbClr val="52647A"/>
                </a:solidFill>
              </a:defRPr>
            </a:lvl6pPr>
            <a:lvl7pPr>
              <a:buNone/>
              <a:defRPr sz="975" b="1">
                <a:solidFill>
                  <a:srgbClr val="52647A"/>
                </a:solidFill>
              </a:defRPr>
            </a:lvl7pPr>
            <a:lvl8pPr>
              <a:buNone/>
              <a:defRPr sz="975" b="1">
                <a:solidFill>
                  <a:srgbClr val="52647A"/>
                </a:solidFill>
              </a:defRPr>
            </a:lvl8pPr>
            <a:lvl9pPr>
              <a:buNone/>
              <a:defRPr sz="975" b="1">
                <a:solidFill>
                  <a:srgbClr val="52647A"/>
                </a:solidFill>
              </a:defRPr>
            </a:lvl9pPr>
          </a:lstStyle>
          <a:p xmlns:a="http://schemas.openxmlformats.org/drawingml/2006/main">
            <a:pPr>
              <a:buNone/>
              <a:defRPr sz="975" b="1">
                <a:solidFill>
                  <a:srgbClr val="52647A"/>
                </a:solidFill>
              </a:defRPr>
            </a:pPr>
            <a:r>
              <a:rPr sz="975" b="1">
                <a:solidFill>
                  <a:srgbClr val="52647A"/>
                </a:solidFill>
              </a:rPr>
              <a:t>GENERATIVE AI IN SOFTWARE DEVELOPMENT</a:t>
            </a:r>
          </a:p>
        </p:txBody>
      </p:sp>
      <p:sp>
        <p:nvSpPr>
          <p:cNvPr id="2" name="">
            <a:extLst xmlns:a="http://schemas.openxmlformats.org/drawingml/2006/main">
              <a:ext uri="{FF2B5EF4-FFF2-40B4-BE49-F238E27FC236}">
                <a16:creationId xmlns:a16="http://schemas.microsoft.com/office/drawing/2014/main" id="{776459DD-33B4-4052-A49D-09E0F58DDF56}"/>
              </a:ext>
            </a:extLst>
          </p:cNvPr>
          <p:cNvSpPr>
            <a:spLocks xmlns:a="http://schemas.openxmlformats.org/drawingml/2006/main" noGrp="1"/>
          </p:cNvSpPr>
          <p:nvPr/>
        </p:nvSpPr>
        <p:spPr>
          <a:xfrm xmlns:a="http://schemas.openxmlformats.org/drawingml/2006/main">
            <a:off x="10477500" y="6257925"/>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900" b="0">
                <a:solidFill>
                  <a:srgbClr val="718096"/>
                </a:solidFill>
              </a:defRPr>
            </a:lvl1pPr>
            <a:lvl2pPr>
              <a:buNone/>
              <a:defRPr sz="900" b="0">
                <a:solidFill>
                  <a:srgbClr val="718096"/>
                </a:solidFill>
              </a:defRPr>
            </a:lvl2pPr>
            <a:lvl3pPr>
              <a:buNone/>
              <a:defRPr sz="900" b="0">
                <a:solidFill>
                  <a:srgbClr val="718096"/>
                </a:solidFill>
              </a:defRPr>
            </a:lvl3pPr>
            <a:lvl4pPr>
              <a:buNone/>
              <a:defRPr sz="900" b="0">
                <a:solidFill>
                  <a:srgbClr val="718096"/>
                </a:solidFill>
              </a:defRPr>
            </a:lvl4pPr>
            <a:lvl5pPr>
              <a:buNone/>
              <a:defRPr sz="900" b="0">
                <a:solidFill>
                  <a:srgbClr val="718096"/>
                </a:solidFill>
              </a:defRPr>
            </a:lvl5pPr>
            <a:lvl6pPr>
              <a:buNone/>
              <a:defRPr sz="900" b="0">
                <a:solidFill>
                  <a:srgbClr val="718096"/>
                </a:solidFill>
              </a:defRPr>
            </a:lvl6pPr>
            <a:lvl7pPr>
              <a:buNone/>
              <a:defRPr sz="900" b="0">
                <a:solidFill>
                  <a:srgbClr val="718096"/>
                </a:solidFill>
              </a:defRPr>
            </a:lvl7pPr>
            <a:lvl8pPr>
              <a:buNone/>
              <a:defRPr sz="900" b="0">
                <a:solidFill>
                  <a:srgbClr val="718096"/>
                </a:solidFill>
              </a:defRPr>
            </a:lvl8pPr>
            <a:lvl9pPr>
              <a:buNone/>
              <a:defRPr sz="900" b="0">
                <a:solidFill>
                  <a:srgbClr val="718096"/>
                </a:solidFill>
              </a:defRPr>
            </a:lvl9pPr>
          </a:lstStyle>
          <a:p xmlns:a="http://schemas.openxmlformats.org/drawingml/2006/main">
            <a:pPr>
              <a:buNone/>
              <a:defRPr sz="900" b="0">
                <a:solidFill>
                  <a:srgbClr val="718096"/>
                </a:solidFill>
              </a:defRPr>
            </a:pPr>
            <a:r>
              <a:rPr sz="900" b="0">
                <a:solidFill>
                  <a:srgbClr val="718096"/>
                </a:solidFill>
              </a:rPr>
              <a:t>10 / 10</a:t>
            </a:r>
          </a:p>
        </p:txBody>
      </p:sp>
      <p:sp>
        <p:nvSpPr>
          <p:cNvPr id="3" name="">
            <a:extLst xmlns:a="http://schemas.openxmlformats.org/drawingml/2006/main">
              <a:ext uri="{FF2B5EF4-FFF2-40B4-BE49-F238E27FC236}">
                <a16:creationId xmlns:a16="http://schemas.microsoft.com/office/drawing/2014/main" id="{75AF714F-22F3-45C2-AD5A-871FDBADCBCB}"/>
              </a:ext>
            </a:extLst>
          </p:cNvPr>
          <p:cNvSpPr>
            <a:spLocks xmlns:a="http://schemas.openxmlformats.org/drawingml/2006/main" noGrp="1"/>
          </p:cNvSpPr>
          <p:nvPr/>
        </p:nvSpPr>
        <p:spPr>
          <a:xfrm xmlns:a="http://schemas.openxmlformats.org/drawingml/2006/main">
            <a:off x="723900" y="6553200"/>
            <a:ext cx="10744200" cy="38100"/>
          </a:xfrm>
          <a:prstGeom xmlns:a="http://schemas.openxmlformats.org/drawingml/2006/main" prst="rect">
            <a:avLst/>
          </a:prstGeom>
          <a:solidFill xmlns:a="http://schemas.openxmlformats.org/drawingml/2006/main">
            <a:srgbClr val="22C3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D51E6F6-D3C8-4F3A-8665-B1D21F390D79}"/>
              </a:ext>
            </a:extLst>
          </p:cNvPr>
          <p:cNvSpPr>
            <a:spLocks xmlns:a="http://schemas.openxmlformats.org/drawingml/2006/main" noGrp="1"/>
          </p:cNvSpPr>
          <p:nvPr/>
        </p:nvSpPr>
        <p:spPr>
          <a:xfrm xmlns:a="http://schemas.openxmlformats.org/drawingml/2006/main">
            <a:off x="723900" y="10001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2700" b="1">
                <a:solidFill>
                  <a:srgbClr val="10243A"/>
                </a:solidFill>
              </a:defRPr>
            </a:lvl1pPr>
            <a:lvl2pPr>
              <a:buNone/>
              <a:defRPr sz="2700" b="1">
                <a:solidFill>
                  <a:srgbClr val="10243A"/>
                </a:solidFill>
              </a:defRPr>
            </a:lvl2pPr>
            <a:lvl3pPr>
              <a:buNone/>
              <a:defRPr sz="2700" b="1">
                <a:solidFill>
                  <a:srgbClr val="10243A"/>
                </a:solidFill>
              </a:defRPr>
            </a:lvl3pPr>
            <a:lvl4pPr>
              <a:buNone/>
              <a:defRPr sz="2700" b="1">
                <a:solidFill>
                  <a:srgbClr val="10243A"/>
                </a:solidFill>
              </a:defRPr>
            </a:lvl4pPr>
            <a:lvl5pPr>
              <a:buNone/>
              <a:defRPr sz="2700" b="1">
                <a:solidFill>
                  <a:srgbClr val="10243A"/>
                </a:solidFill>
              </a:defRPr>
            </a:lvl5pPr>
            <a:lvl6pPr>
              <a:buNone/>
              <a:defRPr sz="2700" b="1">
                <a:solidFill>
                  <a:srgbClr val="10243A"/>
                </a:solidFill>
              </a:defRPr>
            </a:lvl6pPr>
            <a:lvl7pPr>
              <a:buNone/>
              <a:defRPr sz="2700" b="1">
                <a:solidFill>
                  <a:srgbClr val="10243A"/>
                </a:solidFill>
              </a:defRPr>
            </a:lvl7pPr>
            <a:lvl8pPr>
              <a:buNone/>
              <a:defRPr sz="2700" b="1">
                <a:solidFill>
                  <a:srgbClr val="10243A"/>
                </a:solidFill>
              </a:defRPr>
            </a:lvl8pPr>
            <a:lvl9pPr>
              <a:buNone/>
              <a:defRPr sz="2700" b="1">
                <a:solidFill>
                  <a:srgbClr val="10243A"/>
                </a:solidFill>
              </a:defRPr>
            </a:lvl9pPr>
          </a:lstStyle>
          <a:p xmlns:a="http://schemas.openxmlformats.org/drawingml/2006/main">
            <a:pPr>
              <a:buNone/>
              <a:defRPr sz="2700" b="1">
                <a:solidFill>
                  <a:srgbClr val="10243A"/>
                </a:solidFill>
              </a:defRPr>
            </a:pPr>
            <a:r>
              <a:rPr sz="2700" b="1">
                <a:solidFill>
                  <a:srgbClr val="10243A"/>
                </a:solidFill>
              </a:rPr>
              <a:t>Key takeaways</a:t>
            </a:r>
          </a:p>
        </p:txBody>
      </p:sp>
      <p:sp>
        <p:nvSpPr>
          <p:cNvPr id="5" name="">
            <a:extLst xmlns:a="http://schemas.openxmlformats.org/drawingml/2006/main">
              <a:ext uri="{FF2B5EF4-FFF2-40B4-BE49-F238E27FC236}">
                <a16:creationId xmlns:a16="http://schemas.microsoft.com/office/drawing/2014/main" id="{F9C7A014-F1F9-4465-9E1D-A084421BB7EA}"/>
              </a:ext>
            </a:extLst>
          </p:cNvPr>
          <p:cNvSpPr>
            <a:spLocks xmlns:a="http://schemas.openxmlformats.org/drawingml/2006/main" noGrp="1"/>
          </p:cNvSpPr>
          <p:nvPr/>
        </p:nvSpPr>
        <p:spPr>
          <a:xfrm xmlns:a="http://schemas.openxmlformats.org/drawingml/2006/main">
            <a:off x="790575" y="2333625"/>
            <a:ext cx="114300" cy="114300"/>
          </a:xfrm>
          <a:prstGeom xmlns:a="http://schemas.openxmlformats.org/drawingml/2006/main" prst="ellipse">
            <a:avLst/>
          </a:prstGeom>
          <a:solidFill xmlns:a="http://schemas.openxmlformats.org/drawingml/2006/main">
            <a:srgbClr val="00A88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32702E7-195D-4943-9FD6-D1BBD7A32E71}"/>
              </a:ext>
            </a:extLst>
          </p:cNvPr>
          <p:cNvSpPr>
            <a:spLocks xmlns:a="http://schemas.openxmlformats.org/drawingml/2006/main" noGrp="1"/>
          </p:cNvSpPr>
          <p:nvPr/>
        </p:nvSpPr>
        <p:spPr>
          <a:xfrm xmlns:a="http://schemas.openxmlformats.org/drawingml/2006/main">
            <a:off x="1123950" y="2238375"/>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575" b="0">
                <a:solidFill>
                  <a:srgbClr val="24374B"/>
                </a:solidFill>
              </a:defRPr>
            </a:lvl1pPr>
            <a:lvl2pPr>
              <a:buNone/>
              <a:defRPr sz="1575" b="0">
                <a:solidFill>
                  <a:srgbClr val="24374B"/>
                </a:solidFill>
              </a:defRPr>
            </a:lvl2pPr>
            <a:lvl3pPr>
              <a:buNone/>
              <a:defRPr sz="1575" b="0">
                <a:solidFill>
                  <a:srgbClr val="24374B"/>
                </a:solidFill>
              </a:defRPr>
            </a:lvl3pPr>
            <a:lvl4pPr>
              <a:buNone/>
              <a:defRPr sz="1575" b="0">
                <a:solidFill>
                  <a:srgbClr val="24374B"/>
                </a:solidFill>
              </a:defRPr>
            </a:lvl4pPr>
            <a:lvl5pPr>
              <a:buNone/>
              <a:defRPr sz="1575" b="0">
                <a:solidFill>
                  <a:srgbClr val="24374B"/>
                </a:solidFill>
              </a:defRPr>
            </a:lvl5pPr>
            <a:lvl6pPr>
              <a:buNone/>
              <a:defRPr sz="1575" b="0">
                <a:solidFill>
                  <a:srgbClr val="24374B"/>
                </a:solidFill>
              </a:defRPr>
            </a:lvl6pPr>
            <a:lvl7pPr>
              <a:buNone/>
              <a:defRPr sz="1575" b="0">
                <a:solidFill>
                  <a:srgbClr val="24374B"/>
                </a:solidFill>
              </a:defRPr>
            </a:lvl7pPr>
            <a:lvl8pPr>
              <a:buNone/>
              <a:defRPr sz="1575" b="0">
                <a:solidFill>
                  <a:srgbClr val="24374B"/>
                </a:solidFill>
              </a:defRPr>
            </a:lvl8pPr>
            <a:lvl9pPr>
              <a:buNone/>
              <a:defRPr sz="1575" b="0">
                <a:solidFill>
                  <a:srgbClr val="24374B"/>
                </a:solidFill>
              </a:defRPr>
            </a:lvl9pPr>
          </a:lstStyle>
          <a:p xmlns:a="http://schemas.openxmlformats.org/drawingml/2006/main">
            <a:pPr>
              <a:buNone/>
              <a:defRPr sz="1575" b="0">
                <a:solidFill>
                  <a:srgbClr val="24374B"/>
                </a:solidFill>
              </a:defRPr>
            </a:pPr>
            <a:r>
              <a:rPr sz="1575" b="0">
                <a:solidFill>
                  <a:srgbClr val="24374B"/>
                </a:solidFill>
              </a:rPr>
              <a:t>Treat generated output as a draft that requires verification.</a:t>
            </a:r>
          </a:p>
        </p:txBody>
      </p:sp>
      <p:sp>
        <p:nvSpPr>
          <p:cNvPr id="7" name="">
            <a:extLst xmlns:a="http://schemas.openxmlformats.org/drawingml/2006/main">
              <a:ext uri="{FF2B5EF4-FFF2-40B4-BE49-F238E27FC236}">
                <a16:creationId xmlns:a16="http://schemas.microsoft.com/office/drawing/2014/main" id="{16B7D922-57B0-4078-8E7D-517539DACF9B}"/>
              </a:ext>
            </a:extLst>
          </p:cNvPr>
          <p:cNvSpPr>
            <a:spLocks xmlns:a="http://schemas.openxmlformats.org/drawingml/2006/main" noGrp="1"/>
          </p:cNvSpPr>
          <p:nvPr/>
        </p:nvSpPr>
        <p:spPr>
          <a:xfrm xmlns:a="http://schemas.openxmlformats.org/drawingml/2006/main">
            <a:off x="790575" y="3057525"/>
            <a:ext cx="114300" cy="114300"/>
          </a:xfrm>
          <a:prstGeom xmlns:a="http://schemas.openxmlformats.org/drawingml/2006/main" prst="ellipse">
            <a:avLst/>
          </a:prstGeom>
          <a:solidFill xmlns:a="http://schemas.openxmlformats.org/drawingml/2006/main">
            <a:srgbClr val="00A88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6571AAA-445C-4283-8A66-1B88B3897848}"/>
              </a:ext>
            </a:extLst>
          </p:cNvPr>
          <p:cNvSpPr>
            <a:spLocks xmlns:a="http://schemas.openxmlformats.org/drawingml/2006/main" noGrp="1"/>
          </p:cNvSpPr>
          <p:nvPr/>
        </p:nvSpPr>
        <p:spPr>
          <a:xfrm xmlns:a="http://schemas.openxmlformats.org/drawingml/2006/main">
            <a:off x="1123950" y="2962275"/>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575" b="0">
                <a:solidFill>
                  <a:srgbClr val="24374B"/>
                </a:solidFill>
              </a:defRPr>
            </a:lvl1pPr>
            <a:lvl2pPr>
              <a:buNone/>
              <a:defRPr sz="1575" b="0">
                <a:solidFill>
                  <a:srgbClr val="24374B"/>
                </a:solidFill>
              </a:defRPr>
            </a:lvl2pPr>
            <a:lvl3pPr>
              <a:buNone/>
              <a:defRPr sz="1575" b="0">
                <a:solidFill>
                  <a:srgbClr val="24374B"/>
                </a:solidFill>
              </a:defRPr>
            </a:lvl3pPr>
            <a:lvl4pPr>
              <a:buNone/>
              <a:defRPr sz="1575" b="0">
                <a:solidFill>
                  <a:srgbClr val="24374B"/>
                </a:solidFill>
              </a:defRPr>
            </a:lvl4pPr>
            <a:lvl5pPr>
              <a:buNone/>
              <a:defRPr sz="1575" b="0">
                <a:solidFill>
                  <a:srgbClr val="24374B"/>
                </a:solidFill>
              </a:defRPr>
            </a:lvl5pPr>
            <a:lvl6pPr>
              <a:buNone/>
              <a:defRPr sz="1575" b="0">
                <a:solidFill>
                  <a:srgbClr val="24374B"/>
                </a:solidFill>
              </a:defRPr>
            </a:lvl6pPr>
            <a:lvl7pPr>
              <a:buNone/>
              <a:defRPr sz="1575" b="0">
                <a:solidFill>
                  <a:srgbClr val="24374B"/>
                </a:solidFill>
              </a:defRPr>
            </a:lvl7pPr>
            <a:lvl8pPr>
              <a:buNone/>
              <a:defRPr sz="1575" b="0">
                <a:solidFill>
                  <a:srgbClr val="24374B"/>
                </a:solidFill>
              </a:defRPr>
            </a:lvl8pPr>
            <a:lvl9pPr>
              <a:buNone/>
              <a:defRPr sz="1575" b="0">
                <a:solidFill>
                  <a:srgbClr val="24374B"/>
                </a:solidFill>
              </a:defRPr>
            </a:lvl9pPr>
          </a:lstStyle>
          <a:p xmlns:a="http://schemas.openxmlformats.org/drawingml/2006/main">
            <a:pPr>
              <a:buNone/>
              <a:defRPr sz="1575" b="0">
                <a:solidFill>
                  <a:srgbClr val="24374B"/>
                </a:solidFill>
              </a:defRPr>
            </a:pPr>
            <a:r>
              <a:rPr sz="1575" b="0">
                <a:solidFill>
                  <a:srgbClr val="24374B"/>
                </a:solidFill>
              </a:rPr>
              <a:t>Use bounded tasks and context that is safe to share.</a:t>
            </a:r>
          </a:p>
        </p:txBody>
      </p:sp>
      <p:sp>
        <p:nvSpPr>
          <p:cNvPr id="9" name="">
            <a:extLst xmlns:a="http://schemas.openxmlformats.org/drawingml/2006/main">
              <a:ext uri="{FF2B5EF4-FFF2-40B4-BE49-F238E27FC236}">
                <a16:creationId xmlns:a16="http://schemas.microsoft.com/office/drawing/2014/main" id="{D492F27D-5D34-4DBB-8376-2F69313EC5FB}"/>
              </a:ext>
            </a:extLst>
          </p:cNvPr>
          <p:cNvSpPr>
            <a:spLocks xmlns:a="http://schemas.openxmlformats.org/drawingml/2006/main" noGrp="1"/>
          </p:cNvSpPr>
          <p:nvPr/>
        </p:nvSpPr>
        <p:spPr>
          <a:xfrm xmlns:a="http://schemas.openxmlformats.org/drawingml/2006/main">
            <a:off x="790575" y="3781425"/>
            <a:ext cx="114300" cy="114300"/>
          </a:xfrm>
          <a:prstGeom xmlns:a="http://schemas.openxmlformats.org/drawingml/2006/main" prst="ellipse">
            <a:avLst/>
          </a:prstGeom>
          <a:solidFill xmlns:a="http://schemas.openxmlformats.org/drawingml/2006/main">
            <a:srgbClr val="00A88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695B597-86C5-420B-9650-2C6121982609}"/>
              </a:ext>
            </a:extLst>
          </p:cNvPr>
          <p:cNvSpPr>
            <a:spLocks xmlns:a="http://schemas.openxmlformats.org/drawingml/2006/main" noGrp="1"/>
          </p:cNvSpPr>
          <p:nvPr/>
        </p:nvSpPr>
        <p:spPr>
          <a:xfrm xmlns:a="http://schemas.openxmlformats.org/drawingml/2006/main">
            <a:off x="1123950" y="3686175"/>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575" b="0">
                <a:solidFill>
                  <a:srgbClr val="24374B"/>
                </a:solidFill>
              </a:defRPr>
            </a:lvl1pPr>
            <a:lvl2pPr>
              <a:buNone/>
              <a:defRPr sz="1575" b="0">
                <a:solidFill>
                  <a:srgbClr val="24374B"/>
                </a:solidFill>
              </a:defRPr>
            </a:lvl2pPr>
            <a:lvl3pPr>
              <a:buNone/>
              <a:defRPr sz="1575" b="0">
                <a:solidFill>
                  <a:srgbClr val="24374B"/>
                </a:solidFill>
              </a:defRPr>
            </a:lvl3pPr>
            <a:lvl4pPr>
              <a:buNone/>
              <a:defRPr sz="1575" b="0">
                <a:solidFill>
                  <a:srgbClr val="24374B"/>
                </a:solidFill>
              </a:defRPr>
            </a:lvl4pPr>
            <a:lvl5pPr>
              <a:buNone/>
              <a:defRPr sz="1575" b="0">
                <a:solidFill>
                  <a:srgbClr val="24374B"/>
                </a:solidFill>
              </a:defRPr>
            </a:lvl5pPr>
            <a:lvl6pPr>
              <a:buNone/>
              <a:defRPr sz="1575" b="0">
                <a:solidFill>
                  <a:srgbClr val="24374B"/>
                </a:solidFill>
              </a:defRPr>
            </a:lvl6pPr>
            <a:lvl7pPr>
              <a:buNone/>
              <a:defRPr sz="1575" b="0">
                <a:solidFill>
                  <a:srgbClr val="24374B"/>
                </a:solidFill>
              </a:defRPr>
            </a:lvl7pPr>
            <a:lvl8pPr>
              <a:buNone/>
              <a:defRPr sz="1575" b="0">
                <a:solidFill>
                  <a:srgbClr val="24374B"/>
                </a:solidFill>
              </a:defRPr>
            </a:lvl8pPr>
            <a:lvl9pPr>
              <a:buNone/>
              <a:defRPr sz="1575" b="0">
                <a:solidFill>
                  <a:srgbClr val="24374B"/>
                </a:solidFill>
              </a:defRPr>
            </a:lvl9pPr>
          </a:lstStyle>
          <a:p xmlns:a="http://schemas.openxmlformats.org/drawingml/2006/main">
            <a:pPr>
              <a:buNone/>
              <a:defRPr sz="1575" b="0">
                <a:solidFill>
                  <a:srgbClr val="24374B"/>
                </a:solidFill>
              </a:defRPr>
            </a:pPr>
            <a:r>
              <a:rPr sz="1575" b="0">
                <a:solidFill>
                  <a:srgbClr val="24374B"/>
                </a:solidFill>
              </a:rPr>
              <a:t>Pair adoption with clear ownership, evaluation, and risk controls.</a:t>
            </a:r>
          </a:p>
        </p:txBody>
      </p:sp>
    </p:spTree>
    <p:extLst>
      <p:ext uri="{BB962C8B-B14F-4D97-AF65-F5344CB8AC3E}">
        <p14:creationId xmlns:p14="http://schemas.microsoft.com/office/powerpoint/2010/main" val="5276047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2026-10-19T09:19:40.0430000Z</dcterms:created>
  <dcterms:modified xsi:type="dcterms:W3CDTF">2026-10-19T09:19:40.0430000Z</dcterms:modified>
</coreProperties>
</file>